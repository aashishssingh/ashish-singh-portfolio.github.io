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Poppins"/>
      <p:regular r:id="rId29"/>
      <p:bold r:id="rId30"/>
      <p:italic r:id="rId31"/>
      <p:boldItalic r:id="rId32"/>
    </p:embeddedFont>
    <p:embeddedFont>
      <p:font typeface="Poppins Black"/>
      <p:bold r:id="rId33"/>
      <p:boldItalic r:id="rId34"/>
    </p:embeddedFont>
    <p:embeddedFont>
      <p:font typeface="Barlow"/>
      <p:regular r:id="rId35"/>
      <p:bold r:id="rId36"/>
      <p:italic r:id="rId37"/>
      <p:boldItalic r:id="rId38"/>
    </p:embeddedFont>
    <p:embeddedFont>
      <p:font typeface="Poppins ExtraBold"/>
      <p:bold r:id="rId39"/>
      <p:boldItalic r:id="rId40"/>
    </p:embeddedFont>
    <p:embeddedFont>
      <p:font typeface="Unbounded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D0F43F-AEF6-4A32-9309-5199A0234219}">
  <a:tblStyle styleId="{44D0F43F-AEF6-4A32-9309-5199A023421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ExtraBold-boldItalic.fntdata"/><Relationship Id="rId20" Type="http://schemas.openxmlformats.org/officeDocument/2006/relationships/slide" Target="slides/slide14.xml"/><Relationship Id="rId42" Type="http://schemas.openxmlformats.org/officeDocument/2006/relationships/font" Target="fonts/Unbounded-bold.fntdata"/><Relationship Id="rId41" Type="http://schemas.openxmlformats.org/officeDocument/2006/relationships/font" Target="fonts/Unbounded-regular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5.xml"/><Relationship Id="rId33" Type="http://schemas.openxmlformats.org/officeDocument/2006/relationships/font" Target="fonts/PoppinsBlack-bold.fntdata"/><Relationship Id="rId10" Type="http://schemas.openxmlformats.org/officeDocument/2006/relationships/slide" Target="slides/slide4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7.xml"/><Relationship Id="rId35" Type="http://schemas.openxmlformats.org/officeDocument/2006/relationships/font" Target="fonts/Barlow-regular.fntdata"/><Relationship Id="rId12" Type="http://schemas.openxmlformats.org/officeDocument/2006/relationships/slide" Target="slides/slide6.xml"/><Relationship Id="rId34" Type="http://schemas.openxmlformats.org/officeDocument/2006/relationships/font" Target="fonts/PoppinsBlack-boldItalic.fntdata"/><Relationship Id="rId15" Type="http://schemas.openxmlformats.org/officeDocument/2006/relationships/slide" Target="slides/slide9.xml"/><Relationship Id="rId37" Type="http://schemas.openxmlformats.org/officeDocument/2006/relationships/font" Target="fonts/Barlow-italic.fntdata"/><Relationship Id="rId14" Type="http://schemas.openxmlformats.org/officeDocument/2006/relationships/slide" Target="slides/slide8.xml"/><Relationship Id="rId36" Type="http://schemas.openxmlformats.org/officeDocument/2006/relationships/font" Target="fonts/Barlow-bold.fntdata"/><Relationship Id="rId17" Type="http://schemas.openxmlformats.org/officeDocument/2006/relationships/slide" Target="slides/slide11.xml"/><Relationship Id="rId39" Type="http://schemas.openxmlformats.org/officeDocument/2006/relationships/font" Target="fonts/PoppinsExtraBold-bold.fntdata"/><Relationship Id="rId16" Type="http://schemas.openxmlformats.org/officeDocument/2006/relationships/slide" Target="slides/slide10.xml"/><Relationship Id="rId38" Type="http://schemas.openxmlformats.org/officeDocument/2006/relationships/font" Target="fonts/Barlow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e69c1709a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3e69c1709a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e69c1709ad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e69c1709ad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e69c1709ad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3e69c1709a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e69c1709a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3e69c1709a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e69c1709a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3e69c1709a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e69c1709ad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e69c1709ad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e69c1709ad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3e69c1709ad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e69c1709a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3e69c1709a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e69c1709ad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e69c1709ad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e69c1709ad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3e69c1709ad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e69c1709ad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3e69c1709ad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e69c1709a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3e69c1709a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54dda1946d_4_2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54dda1946d_4_2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54dda1946d_6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54dda1946d_6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e69c1709a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3e69c1709a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e69c1709ad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3e69c1709a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782" y="-1232671"/>
            <a:ext cx="9807905" cy="7974474"/>
            <a:chOff x="-6782" y="-1232671"/>
            <a:chExt cx="9807905" cy="7974474"/>
          </a:xfrm>
        </p:grpSpPr>
        <p:sp>
          <p:nvSpPr>
            <p:cNvPr id="10" name="Google Shape;10;p2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" y="4104678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-6782" y="-1232671"/>
              <a:ext cx="9150782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885529" y="302485"/>
            <a:ext cx="10998540" cy="4878740"/>
            <a:chOff x="-885529" y="302485"/>
            <a:chExt cx="10998540" cy="4878740"/>
          </a:xfrm>
        </p:grpSpPr>
        <p:sp>
          <p:nvSpPr>
            <p:cNvPr id="14" name="Google Shape;14;p2"/>
            <p:cNvSpPr/>
            <p:nvPr/>
          </p:nvSpPr>
          <p:spPr>
            <a:xfrm>
              <a:off x="2581296" y="4914218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266974" y="4937849"/>
              <a:ext cx="1205478" cy="219752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93550" y="4455724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flipH="1" rot="10800000">
              <a:off x="8291042" y="569492"/>
              <a:ext cx="1821969" cy="184293"/>
            </a:xfrm>
            <a:custGeom>
              <a:rect b="b" l="l" r="r" t="t"/>
              <a:pathLst>
                <a:path extrusionOk="0" h="2901" w="2868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-885529" y="302485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689412" y="-2417039"/>
            <a:ext cx="11168660" cy="9105554"/>
            <a:chOff x="-689412" y="-2417039"/>
            <a:chExt cx="11168660" cy="9105554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6699625" y="4455725"/>
              <a:ext cx="3779622" cy="1782883"/>
              <a:chOff x="5782225" y="4455725"/>
              <a:chExt cx="3779622" cy="1782883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782225" y="4701200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-48925" y="4604000"/>
              <a:ext cx="5424616" cy="2084515"/>
              <a:chOff x="0" y="4604000"/>
              <a:chExt cx="5424616" cy="2084515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29600" y="4604000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" name="Google Shape;26;p2"/>
            <p:cNvSpPr/>
            <p:nvPr/>
          </p:nvSpPr>
          <p:spPr>
            <a:xfrm rot="10800000">
              <a:off x="-689412" y="-117347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10800000">
              <a:off x="4880516" y="-2417039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2"/>
          <p:cNvSpPr txBox="1"/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9" name="Google Shape;29;p2"/>
          <p:cNvSpPr txBox="1"/>
          <p:nvPr>
            <p:ph idx="1" type="subTitle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3"/>
          <p:cNvGrpSpPr/>
          <p:nvPr/>
        </p:nvGrpSpPr>
        <p:grpSpPr>
          <a:xfrm>
            <a:off x="-642935" y="-1483293"/>
            <a:ext cx="10417533" cy="7928897"/>
            <a:chOff x="-642935" y="-1483293"/>
            <a:chExt cx="10417533" cy="7928897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-642935" y="-148329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6254199" y="4604003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" name="Google Shape;34;p3"/>
          <p:cNvGrpSpPr/>
          <p:nvPr/>
        </p:nvGrpSpPr>
        <p:grpSpPr>
          <a:xfrm>
            <a:off x="-732996" y="7"/>
            <a:ext cx="7266640" cy="5159850"/>
            <a:chOff x="-732996" y="7"/>
            <a:chExt cx="7266640" cy="5159850"/>
          </a:xfrm>
        </p:grpSpPr>
        <p:sp>
          <p:nvSpPr>
            <p:cNvPr id="35" name="Google Shape;35;p3"/>
            <p:cNvSpPr/>
            <p:nvPr/>
          </p:nvSpPr>
          <p:spPr>
            <a:xfrm rot="10800000">
              <a:off x="4161656" y="4976326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10800000">
              <a:off x="5115392" y="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-732996" y="4324988"/>
              <a:ext cx="1821969" cy="184293"/>
            </a:xfrm>
            <a:custGeom>
              <a:rect b="b" l="l" r="r" t="t"/>
              <a:pathLst>
                <a:path extrusionOk="0" h="2901" w="2868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3"/>
          <p:cNvSpPr txBox="1"/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" name="Google Shape;39;p3"/>
          <p:cNvSpPr txBox="1"/>
          <p:nvPr>
            <p:ph hasCustomPrompt="1" idx="2" type="title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41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grpSp>
        <p:nvGrpSpPr>
          <p:cNvPr id="40" name="Google Shape;40;p3"/>
          <p:cNvGrpSpPr/>
          <p:nvPr/>
        </p:nvGrpSpPr>
        <p:grpSpPr>
          <a:xfrm>
            <a:off x="-10" y="-2237114"/>
            <a:ext cx="9822707" cy="9720614"/>
            <a:chOff x="-10" y="-2237114"/>
            <a:chExt cx="9822707" cy="9720614"/>
          </a:xfrm>
        </p:grpSpPr>
        <p:sp>
          <p:nvSpPr>
            <p:cNvPr id="41" name="Google Shape;41;p3"/>
            <p:cNvSpPr/>
            <p:nvPr/>
          </p:nvSpPr>
          <p:spPr>
            <a:xfrm rot="10800000">
              <a:off x="4707290" y="-2237114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-10" y="446596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 flipH="1">
            <a:off x="-1344315" y="539496"/>
            <a:ext cx="3074607" cy="453954"/>
            <a:chOff x="5478797" y="847321"/>
            <a:chExt cx="3074607" cy="453954"/>
          </a:xfrm>
        </p:grpSpPr>
        <p:grpSp>
          <p:nvGrpSpPr>
            <p:cNvPr id="44" name="Google Shape;44;p3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6" name="Google Shape;46;p3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48" name="Google Shape;48;p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" name="Google Shape;49;p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4"/>
          <p:cNvGrpSpPr/>
          <p:nvPr/>
        </p:nvGrpSpPr>
        <p:grpSpPr>
          <a:xfrm>
            <a:off x="7852085" y="4186321"/>
            <a:ext cx="3074607" cy="453954"/>
            <a:chOff x="5478797" y="847321"/>
            <a:chExt cx="3074607" cy="453954"/>
          </a:xfrm>
        </p:grpSpPr>
        <p:grpSp>
          <p:nvGrpSpPr>
            <p:cNvPr id="55" name="Google Shape;55;p4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56" name="Google Shape;56;p4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7" name="Google Shape;57;p4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4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0" name="Google Shape;60;p4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62" name="Google Shape;62;p4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3" name="Google Shape;63;p4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4" name="Google Shape;64;p4"/>
          <p:cNvGrpSpPr/>
          <p:nvPr/>
        </p:nvGrpSpPr>
        <p:grpSpPr>
          <a:xfrm>
            <a:off x="-522276" y="-1302097"/>
            <a:ext cx="7191391" cy="7853482"/>
            <a:chOff x="-522276" y="-1302097"/>
            <a:chExt cx="7191391" cy="7853482"/>
          </a:xfrm>
        </p:grpSpPr>
        <p:sp>
          <p:nvSpPr>
            <p:cNvPr id="65" name="Google Shape;65;p4"/>
            <p:cNvSpPr/>
            <p:nvPr/>
          </p:nvSpPr>
          <p:spPr>
            <a:xfrm flipH="1">
              <a:off x="3148717" y="4709785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 flipH="1" rot="10800000">
              <a:off x="-522276" y="-130209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8" name="Google Shape;68;p4"/>
          <p:cNvSpPr txBox="1"/>
          <p:nvPr>
            <p:ph idx="1" type="body"/>
          </p:nvPr>
        </p:nvSpPr>
        <p:spPr>
          <a:xfrm>
            <a:off x="720000" y="1065989"/>
            <a:ext cx="7704000" cy="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9" name="Google Shape;69;p4"/>
          <p:cNvSpPr/>
          <p:nvPr/>
        </p:nvSpPr>
        <p:spPr>
          <a:xfrm flipH="1">
            <a:off x="6000549" y="4603999"/>
            <a:ext cx="1205478" cy="219752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4"/>
          <p:cNvGrpSpPr/>
          <p:nvPr/>
        </p:nvGrpSpPr>
        <p:grpSpPr>
          <a:xfrm>
            <a:off x="4132575" y="4716825"/>
            <a:ext cx="5724316" cy="2084515"/>
            <a:chOff x="4132575" y="4716825"/>
            <a:chExt cx="5724316" cy="2084515"/>
          </a:xfrm>
        </p:grpSpPr>
        <p:sp>
          <p:nvSpPr>
            <p:cNvPr id="71" name="Google Shape;71;p4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5"/>
          <p:cNvGrpSpPr/>
          <p:nvPr/>
        </p:nvGrpSpPr>
        <p:grpSpPr>
          <a:xfrm>
            <a:off x="-1093351" y="-1466368"/>
            <a:ext cx="10388326" cy="8402728"/>
            <a:chOff x="-1093351" y="-1466368"/>
            <a:chExt cx="10388326" cy="8402728"/>
          </a:xfrm>
        </p:grpSpPr>
        <p:sp>
          <p:nvSpPr>
            <p:cNvPr id="75" name="Google Shape;75;p5"/>
            <p:cNvSpPr/>
            <p:nvPr/>
          </p:nvSpPr>
          <p:spPr>
            <a:xfrm flipH="1" rot="10800000">
              <a:off x="-3" y="-1466368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-1093351" y="4567200"/>
              <a:ext cx="4016259" cy="2369160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8" name="Google Shape;78;p5"/>
          <p:cNvSpPr txBox="1"/>
          <p:nvPr>
            <p:ph idx="1" type="subTitle"/>
          </p:nvPr>
        </p:nvSpPr>
        <p:spPr>
          <a:xfrm>
            <a:off x="6360578" y="3454300"/>
            <a:ext cx="17739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9" name="Google Shape;79;p5"/>
          <p:cNvSpPr txBox="1"/>
          <p:nvPr>
            <p:ph idx="2" type="subTitle"/>
          </p:nvPr>
        </p:nvSpPr>
        <p:spPr>
          <a:xfrm>
            <a:off x="2644083" y="3454300"/>
            <a:ext cx="17706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0" name="Google Shape;80;p5"/>
          <p:cNvSpPr txBox="1"/>
          <p:nvPr>
            <p:ph idx="3" type="subTitle"/>
          </p:nvPr>
        </p:nvSpPr>
        <p:spPr>
          <a:xfrm>
            <a:off x="6360575" y="2714800"/>
            <a:ext cx="17739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81" name="Google Shape;81;p5"/>
          <p:cNvSpPr txBox="1"/>
          <p:nvPr>
            <p:ph idx="4" type="subTitle"/>
          </p:nvPr>
        </p:nvSpPr>
        <p:spPr>
          <a:xfrm>
            <a:off x="2643925" y="2714800"/>
            <a:ext cx="17706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82" name="Google Shape;82;p5"/>
          <p:cNvGrpSpPr/>
          <p:nvPr/>
        </p:nvGrpSpPr>
        <p:grpSpPr>
          <a:xfrm>
            <a:off x="7568059" y="4604012"/>
            <a:ext cx="3010303" cy="380635"/>
            <a:chOff x="5446772" y="1743190"/>
            <a:chExt cx="3010303" cy="380635"/>
          </a:xfrm>
        </p:grpSpPr>
        <p:grpSp>
          <p:nvGrpSpPr>
            <p:cNvPr id="83" name="Google Shape;83;p5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84" name="Google Shape;84;p5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5" name="Google Shape;85;p5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" name="Google Shape;86;p5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87" name="Google Shape;87;p5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8" name="Google Shape;88;p5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" name="Google Shape;89;p5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90" name="Google Shape;90;p5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" name="Google Shape;91;p5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2" name="Google Shape;92;p5"/>
          <p:cNvSpPr/>
          <p:nvPr/>
        </p:nvSpPr>
        <p:spPr>
          <a:xfrm flipH="1">
            <a:off x="-831826" y="-3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 flipH="1" rot="10800000">
            <a:off x="7378450" y="-807272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 flipH="1" rot="10800000">
            <a:off x="-1358733" y="-903765"/>
            <a:ext cx="3520399" cy="1841600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 rot="10800000">
            <a:off x="-984940" y="165546"/>
            <a:ext cx="3074607" cy="453954"/>
            <a:chOff x="5478797" y="847321"/>
            <a:chExt cx="3074607" cy="453954"/>
          </a:xfrm>
        </p:grpSpPr>
        <p:grpSp>
          <p:nvGrpSpPr>
            <p:cNvPr id="97" name="Google Shape;97;p6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98" name="Google Shape;98;p6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9" name="Google Shape;99;p6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" name="Google Shape;100;p6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101" name="Google Shape;101;p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02" name="Google Shape;102;p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" name="Google Shape;103;p6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104" name="Google Shape;104;p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5" name="Google Shape;105;p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6" name="Google Shape;106;p6"/>
          <p:cNvSpPr/>
          <p:nvPr/>
        </p:nvSpPr>
        <p:spPr>
          <a:xfrm rot="10800000">
            <a:off x="6000549" y="-1553122"/>
            <a:ext cx="3520399" cy="1841600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713224" y="4972674"/>
            <a:ext cx="1205478" cy="219752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6"/>
          <p:cNvGrpSpPr/>
          <p:nvPr/>
        </p:nvGrpSpPr>
        <p:grpSpPr>
          <a:xfrm flipH="1">
            <a:off x="-3634650" y="4404925"/>
            <a:ext cx="5724316" cy="2084515"/>
            <a:chOff x="4132575" y="4716825"/>
            <a:chExt cx="5724316" cy="2084515"/>
          </a:xfrm>
        </p:grpSpPr>
        <p:sp>
          <p:nvSpPr>
            <p:cNvPr id="109" name="Google Shape;109;p6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4" name="Google Shape;114;p7"/>
          <p:cNvSpPr txBox="1"/>
          <p:nvPr>
            <p:ph idx="1" type="subTitle"/>
          </p:nvPr>
        </p:nvSpPr>
        <p:spPr>
          <a:xfrm>
            <a:off x="1039274" y="1747188"/>
            <a:ext cx="30570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15" name="Google Shape;115;p7"/>
          <p:cNvSpPr/>
          <p:nvPr>
            <p:ph idx="2" type="pic"/>
          </p:nvPr>
        </p:nvSpPr>
        <p:spPr>
          <a:xfrm>
            <a:off x="4393774" y="1379588"/>
            <a:ext cx="3903300" cy="303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7"/>
          <p:cNvSpPr/>
          <p:nvPr/>
        </p:nvSpPr>
        <p:spPr>
          <a:xfrm>
            <a:off x="-1098862" y="4604011"/>
            <a:ext cx="5115407" cy="3017539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 flipH="1" rot="10800000">
            <a:off x="-1594613" y="-603810"/>
            <a:ext cx="3247250" cy="1698710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13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" name="Google Shape;118;p7"/>
          <p:cNvGrpSpPr/>
          <p:nvPr/>
        </p:nvGrpSpPr>
        <p:grpSpPr>
          <a:xfrm>
            <a:off x="645846" y="7"/>
            <a:ext cx="7230373" cy="5143500"/>
            <a:chOff x="645846" y="7"/>
            <a:chExt cx="7230373" cy="5143500"/>
          </a:xfrm>
        </p:grpSpPr>
        <p:sp>
          <p:nvSpPr>
            <p:cNvPr id="119" name="Google Shape;119;p7"/>
            <p:cNvSpPr/>
            <p:nvPr/>
          </p:nvSpPr>
          <p:spPr>
            <a:xfrm rot="10800000">
              <a:off x="6457967" y="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 rot="10800000">
              <a:off x="645846" y="4959976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" name="Google Shape;121;p7"/>
          <p:cNvGrpSpPr/>
          <p:nvPr/>
        </p:nvGrpSpPr>
        <p:grpSpPr>
          <a:xfrm>
            <a:off x="-1510053" y="314652"/>
            <a:ext cx="3296400" cy="703085"/>
            <a:chOff x="-12" y="3628590"/>
            <a:chExt cx="3296400" cy="703085"/>
          </a:xfrm>
        </p:grpSpPr>
        <p:grpSp>
          <p:nvGrpSpPr>
            <p:cNvPr id="122" name="Google Shape;122;p7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123" name="Google Shape;123;p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4" name="Google Shape;124;p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7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126" name="Google Shape;126;p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27" name="Google Shape;127;p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" name="Google Shape;128;p7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129" name="Google Shape;129;p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30" name="Google Shape;130;p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" name="Google Shape;131;p7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132" name="Google Shape;132;p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3" name="Google Shape;133;p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4" name="Google Shape;134;p7"/>
          <p:cNvGrpSpPr/>
          <p:nvPr/>
        </p:nvGrpSpPr>
        <p:grpSpPr>
          <a:xfrm>
            <a:off x="-1510039" y="-1589006"/>
            <a:ext cx="11920665" cy="7774731"/>
            <a:chOff x="-1510039" y="-1589006"/>
            <a:chExt cx="11920665" cy="7774731"/>
          </a:xfrm>
        </p:grpSpPr>
        <p:sp>
          <p:nvSpPr>
            <p:cNvPr id="135" name="Google Shape;135;p7"/>
            <p:cNvSpPr/>
            <p:nvPr/>
          </p:nvSpPr>
          <p:spPr>
            <a:xfrm rot="10800000">
              <a:off x="6802328" y="-1589006"/>
              <a:ext cx="3608299" cy="212850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-1510039" y="4316600"/>
              <a:ext cx="3573015" cy="1869125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8"/>
          <p:cNvGrpSpPr/>
          <p:nvPr/>
        </p:nvGrpSpPr>
        <p:grpSpPr>
          <a:xfrm>
            <a:off x="-10" y="-1009617"/>
            <a:ext cx="9640083" cy="7443072"/>
            <a:chOff x="-10" y="-1009617"/>
            <a:chExt cx="9640083" cy="7443072"/>
          </a:xfrm>
        </p:grpSpPr>
        <p:sp>
          <p:nvSpPr>
            <p:cNvPr id="139" name="Google Shape;139;p8"/>
            <p:cNvSpPr/>
            <p:nvPr/>
          </p:nvSpPr>
          <p:spPr>
            <a:xfrm rot="10800000">
              <a:off x="6119674" y="-100961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 flipH="1" rot="10800000">
              <a:off x="0" y="-82735"/>
              <a:ext cx="2227897" cy="1165463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8"/>
            <p:cNvSpPr/>
            <p:nvPr/>
          </p:nvSpPr>
          <p:spPr>
            <a:xfrm flipH="1">
              <a:off x="-10" y="4522059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" name="Google Shape;142;p8"/>
          <p:cNvGrpSpPr/>
          <p:nvPr/>
        </p:nvGrpSpPr>
        <p:grpSpPr>
          <a:xfrm>
            <a:off x="2503206" y="5"/>
            <a:ext cx="7007334" cy="4699016"/>
            <a:chOff x="2503206" y="5"/>
            <a:chExt cx="7007334" cy="4699016"/>
          </a:xfrm>
        </p:grpSpPr>
        <p:grpSp>
          <p:nvGrpSpPr>
            <p:cNvPr id="143" name="Google Shape;143;p8"/>
            <p:cNvGrpSpPr/>
            <p:nvPr/>
          </p:nvGrpSpPr>
          <p:grpSpPr>
            <a:xfrm>
              <a:off x="2503206" y="5"/>
              <a:ext cx="5597879" cy="4699016"/>
              <a:chOff x="2503206" y="5"/>
              <a:chExt cx="5597879" cy="4699016"/>
            </a:xfrm>
          </p:grpSpPr>
          <p:sp>
            <p:nvSpPr>
              <p:cNvPr id="144" name="Google Shape;144;p8"/>
              <p:cNvSpPr/>
              <p:nvPr/>
            </p:nvSpPr>
            <p:spPr>
              <a:xfrm flipH="1">
                <a:off x="2503206" y="5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 flipH="1">
                <a:off x="6868745" y="4467026"/>
                <a:ext cx="1232340" cy="231995"/>
              </a:xfrm>
              <a:custGeom>
                <a:rect b="b" l="l" r="r" t="t"/>
                <a:pathLst>
                  <a:path extrusionOk="0" h="4203" w="22325">
                    <a:moveTo>
                      <a:pt x="0" y="0"/>
                    </a:moveTo>
                    <a:lnTo>
                      <a:pt x="4191" y="4191"/>
                    </a:lnTo>
                    <a:lnTo>
                      <a:pt x="22325" y="4202"/>
                    </a:lnTo>
                    <a:lnTo>
                      <a:pt x="181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" name="Google Shape;146;p8"/>
            <p:cNvGrpSpPr/>
            <p:nvPr/>
          </p:nvGrpSpPr>
          <p:grpSpPr>
            <a:xfrm>
              <a:off x="7937781" y="5"/>
              <a:ext cx="1572759" cy="183531"/>
              <a:chOff x="7937781" y="5"/>
              <a:chExt cx="1572759" cy="183531"/>
            </a:xfrm>
          </p:grpSpPr>
          <p:sp>
            <p:nvSpPr>
              <p:cNvPr id="147" name="Google Shape;147;p8"/>
              <p:cNvSpPr/>
              <p:nvPr/>
            </p:nvSpPr>
            <p:spPr>
              <a:xfrm>
                <a:off x="8503756" y="5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8"/>
              <p:cNvSpPr/>
              <p:nvPr/>
            </p:nvSpPr>
            <p:spPr>
              <a:xfrm>
                <a:off x="7937781" y="5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9" name="Google Shape;149;p8"/>
          <p:cNvGrpSpPr/>
          <p:nvPr/>
        </p:nvGrpSpPr>
        <p:grpSpPr>
          <a:xfrm>
            <a:off x="-1320285" y="-2292139"/>
            <a:ext cx="12455532" cy="9684964"/>
            <a:chOff x="-1320285" y="-2292139"/>
            <a:chExt cx="12455532" cy="9684964"/>
          </a:xfrm>
        </p:grpSpPr>
        <p:sp>
          <p:nvSpPr>
            <p:cNvPr id="150" name="Google Shape;150;p8"/>
            <p:cNvSpPr/>
            <p:nvPr/>
          </p:nvSpPr>
          <p:spPr>
            <a:xfrm flipH="1">
              <a:off x="6019840" y="4375286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 flipH="1" rot="10800000">
              <a:off x="-1320285" y="-2292139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-432453" y="4992033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" name="Google Shape;153;p8"/>
          <p:cNvSpPr txBox="1"/>
          <p:nvPr>
            <p:ph type="title"/>
          </p:nvPr>
        </p:nvSpPr>
        <p:spPr>
          <a:xfrm>
            <a:off x="1768550" y="1636650"/>
            <a:ext cx="5607000" cy="187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54" name="Google Shape;154;p8"/>
          <p:cNvGrpSpPr/>
          <p:nvPr/>
        </p:nvGrpSpPr>
        <p:grpSpPr>
          <a:xfrm>
            <a:off x="-1892403" y="831971"/>
            <a:ext cx="12928869" cy="3635055"/>
            <a:chOff x="-1892403" y="831971"/>
            <a:chExt cx="12928869" cy="3635055"/>
          </a:xfrm>
        </p:grpSpPr>
        <p:grpSp>
          <p:nvGrpSpPr>
            <p:cNvPr id="155" name="Google Shape;155;p8"/>
            <p:cNvGrpSpPr/>
            <p:nvPr/>
          </p:nvGrpSpPr>
          <p:grpSpPr>
            <a:xfrm flipH="1">
              <a:off x="7436679" y="831971"/>
              <a:ext cx="3599787" cy="1044104"/>
              <a:chOff x="-1431671" y="656496"/>
              <a:chExt cx="3599787" cy="1044104"/>
            </a:xfrm>
          </p:grpSpPr>
          <p:grpSp>
            <p:nvGrpSpPr>
              <p:cNvPr id="156" name="Google Shape;156;p8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157" name="Google Shape;157;p8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58" name="Google Shape;158;p8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9" name="Google Shape;159;p8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160" name="Google Shape;160;p8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rect b="b" l="l" r="r" t="t"/>
                  <a:pathLst>
                    <a:path extrusionOk="0" h="5994" w="7755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61" name="Google Shape;161;p8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2" name="Google Shape;162;p8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63" name="Google Shape;163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64" name="Google Shape;164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5" name="Google Shape;165;p8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166" name="Google Shape;166;p8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67" name="Google Shape;167;p8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8" name="Google Shape;168;p8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169" name="Google Shape;169;p8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70" name="Google Shape;170;p8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1" name="Google Shape;171;p8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172" name="Google Shape;172;p8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73" name="Google Shape;173;p8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74" name="Google Shape;174;p8"/>
            <p:cNvGrpSpPr/>
            <p:nvPr/>
          </p:nvGrpSpPr>
          <p:grpSpPr>
            <a:xfrm>
              <a:off x="-1892403" y="3926990"/>
              <a:ext cx="3427062" cy="540036"/>
              <a:chOff x="-1366378" y="3596340"/>
              <a:chExt cx="3427062" cy="540036"/>
            </a:xfrm>
          </p:grpSpPr>
          <p:grpSp>
            <p:nvGrpSpPr>
              <p:cNvPr id="175" name="Google Shape;175;p8"/>
              <p:cNvGrpSpPr/>
              <p:nvPr/>
            </p:nvGrpSpPr>
            <p:grpSpPr>
              <a:xfrm>
                <a:off x="-1366378" y="4034012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76" name="Google Shape;176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77" name="Google Shape;177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8" name="Google Shape;178;p8"/>
              <p:cNvGrpSpPr/>
              <p:nvPr/>
            </p:nvGrpSpPr>
            <p:grpSpPr>
              <a:xfrm flipH="1">
                <a:off x="-949619" y="3596340"/>
                <a:ext cx="3010303" cy="380635"/>
                <a:chOff x="5446772" y="1743190"/>
                <a:chExt cx="3010303" cy="380635"/>
              </a:xfrm>
            </p:grpSpPr>
            <p:grpSp>
              <p:nvGrpSpPr>
                <p:cNvPr id="179" name="Google Shape;179;p8"/>
                <p:cNvGrpSpPr/>
                <p:nvPr/>
              </p:nvGrpSpPr>
              <p:grpSpPr>
                <a:xfrm flipH="1">
                  <a:off x="5898325" y="1865405"/>
                  <a:ext cx="1567047" cy="45661"/>
                  <a:chOff x="1754675" y="2661275"/>
                  <a:chExt cx="1945675" cy="56700"/>
                </a:xfrm>
              </p:grpSpPr>
              <p:cxnSp>
                <p:nvCxnSpPr>
                  <p:cNvPr id="180" name="Google Shape;180;p8"/>
                  <p:cNvCxnSpPr/>
                  <p:nvPr/>
                </p:nvCxnSpPr>
                <p:spPr>
                  <a:xfrm>
                    <a:off x="1754675" y="2689625"/>
                    <a:ext cx="1896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81" name="Google Shape;181;p8"/>
                  <p:cNvSpPr/>
                  <p:nvPr/>
                </p:nvSpPr>
                <p:spPr>
                  <a:xfrm>
                    <a:off x="3643650" y="2661275"/>
                    <a:ext cx="56700" cy="567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82" name="Google Shape;182;p8"/>
                <p:cNvGrpSpPr/>
                <p:nvPr/>
              </p:nvGrpSpPr>
              <p:grpSpPr>
                <a:xfrm flipH="1">
                  <a:off x="5477439" y="1987637"/>
                  <a:ext cx="1561280" cy="136187"/>
                  <a:chOff x="1754675" y="2824000"/>
                  <a:chExt cx="4728285" cy="412439"/>
                </a:xfrm>
              </p:grpSpPr>
              <p:sp>
                <p:nvSpPr>
                  <p:cNvPr id="183" name="Google Shape;183;p8"/>
                  <p:cNvSpPr/>
                  <p:nvPr/>
                </p:nvSpPr>
                <p:spPr>
                  <a:xfrm>
                    <a:off x="1754675" y="2824000"/>
                    <a:ext cx="4593868" cy="355100"/>
                  </a:xfrm>
                  <a:custGeom>
                    <a:rect b="b" l="l" r="r" t="t"/>
                    <a:pathLst>
                      <a:path extrusionOk="0" h="5994" w="77550">
                        <a:moveTo>
                          <a:pt x="0" y="0"/>
                        </a:moveTo>
                        <a:lnTo>
                          <a:pt x="59202" y="0"/>
                        </a:lnTo>
                        <a:lnTo>
                          <a:pt x="65196" y="5994"/>
                        </a:lnTo>
                        <a:lnTo>
                          <a:pt x="77550" y="5994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sp>
              <p:sp>
                <p:nvSpPr>
                  <p:cNvPr id="184" name="Google Shape;184;p8"/>
                  <p:cNvSpPr/>
                  <p:nvPr/>
                </p:nvSpPr>
                <p:spPr>
                  <a:xfrm>
                    <a:off x="6348560" y="3102039"/>
                    <a:ext cx="134400" cy="1344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85" name="Google Shape;185;p8"/>
                <p:cNvGrpSpPr/>
                <p:nvPr/>
              </p:nvGrpSpPr>
              <p:grpSpPr>
                <a:xfrm flipH="1">
                  <a:off x="5446772" y="1743190"/>
                  <a:ext cx="3010303" cy="45661"/>
                  <a:chOff x="1766900" y="2869225"/>
                  <a:chExt cx="3737650" cy="56700"/>
                </a:xfrm>
              </p:grpSpPr>
              <p:cxnSp>
                <p:nvCxnSpPr>
                  <p:cNvPr id="186" name="Google Shape;186;p8"/>
                  <p:cNvCxnSpPr/>
                  <p:nvPr/>
                </p:nvCxnSpPr>
                <p:spPr>
                  <a:xfrm>
                    <a:off x="1766900" y="2897575"/>
                    <a:ext cx="3687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87" name="Google Shape;187;p8"/>
                  <p:cNvSpPr/>
                  <p:nvPr/>
                </p:nvSpPr>
                <p:spPr>
                  <a:xfrm>
                    <a:off x="5447850" y="2869225"/>
                    <a:ext cx="56700" cy="567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9"/>
          <p:cNvGrpSpPr/>
          <p:nvPr/>
        </p:nvGrpSpPr>
        <p:grpSpPr>
          <a:xfrm>
            <a:off x="-427509" y="-1247071"/>
            <a:ext cx="9750025" cy="7678774"/>
            <a:chOff x="-427509" y="-1247071"/>
            <a:chExt cx="9750025" cy="7678774"/>
          </a:xfrm>
        </p:grpSpPr>
        <p:sp>
          <p:nvSpPr>
            <p:cNvPr id="190" name="Google Shape;190;p9"/>
            <p:cNvSpPr/>
            <p:nvPr/>
          </p:nvSpPr>
          <p:spPr>
            <a:xfrm>
              <a:off x="-10" y="4520307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 rot="10800000">
              <a:off x="5802117" y="-1134709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 rot="5400000">
              <a:off x="-1266908" y="-407672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9"/>
          <p:cNvSpPr txBox="1"/>
          <p:nvPr>
            <p:ph type="title"/>
          </p:nvPr>
        </p:nvSpPr>
        <p:spPr>
          <a:xfrm>
            <a:off x="1481025" y="2102825"/>
            <a:ext cx="2954400" cy="9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4" name="Google Shape;194;p9"/>
          <p:cNvSpPr txBox="1"/>
          <p:nvPr>
            <p:ph idx="1" type="subTitle"/>
          </p:nvPr>
        </p:nvSpPr>
        <p:spPr>
          <a:xfrm>
            <a:off x="4555250" y="2102825"/>
            <a:ext cx="3294000" cy="9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95" name="Google Shape;195;p9"/>
          <p:cNvGrpSpPr/>
          <p:nvPr/>
        </p:nvGrpSpPr>
        <p:grpSpPr>
          <a:xfrm>
            <a:off x="-427494" y="7"/>
            <a:ext cx="9851067" cy="5168274"/>
            <a:chOff x="-427494" y="7"/>
            <a:chExt cx="9851067" cy="5168274"/>
          </a:xfrm>
        </p:grpSpPr>
        <p:sp>
          <p:nvSpPr>
            <p:cNvPr id="196" name="Google Shape;196;p9"/>
            <p:cNvSpPr/>
            <p:nvPr/>
          </p:nvSpPr>
          <p:spPr>
            <a:xfrm rot="10800000">
              <a:off x="7647417" y="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 flipH="1">
              <a:off x="1920116" y="4983988"/>
              <a:ext cx="1821969" cy="184293"/>
            </a:xfrm>
            <a:custGeom>
              <a:rect b="b" l="l" r="r" t="t"/>
              <a:pathLst>
                <a:path extrusionOk="0" h="2901" w="2868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 flipH="1" rot="10800000">
              <a:off x="-427494" y="809776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 flipH="1">
              <a:off x="8005321" y="4336991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" name="Google Shape;200;p9"/>
          <p:cNvGrpSpPr/>
          <p:nvPr/>
        </p:nvGrpSpPr>
        <p:grpSpPr>
          <a:xfrm>
            <a:off x="-591414" y="-2175664"/>
            <a:ext cx="11258111" cy="9004879"/>
            <a:chOff x="-591414" y="-2175664"/>
            <a:chExt cx="11258111" cy="9004879"/>
          </a:xfrm>
        </p:grpSpPr>
        <p:grpSp>
          <p:nvGrpSpPr>
            <p:cNvPr id="201" name="Google Shape;201;p9"/>
            <p:cNvGrpSpPr/>
            <p:nvPr/>
          </p:nvGrpSpPr>
          <p:grpSpPr>
            <a:xfrm flipH="1">
              <a:off x="4314168" y="4744700"/>
              <a:ext cx="5712041" cy="2084515"/>
              <a:chOff x="0" y="4530625"/>
              <a:chExt cx="5712041" cy="2084515"/>
            </a:xfrm>
          </p:grpSpPr>
          <p:sp>
            <p:nvSpPr>
              <p:cNvPr id="202" name="Google Shape;202;p9"/>
              <p:cNvSpPr/>
              <p:nvPr/>
            </p:nvSpPr>
            <p:spPr>
              <a:xfrm>
                <a:off x="0" y="45306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1217025" y="45306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4" name="Google Shape;204;p9"/>
            <p:cNvSpPr/>
            <p:nvPr/>
          </p:nvSpPr>
          <p:spPr>
            <a:xfrm flipH="1" rot="10800000">
              <a:off x="7861425" y="-9594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 flipH="1" rot="10800000">
              <a:off x="-591414" y="-2175664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6" name="Google Shape;206;p9"/>
            <p:cNvGrpSpPr/>
            <p:nvPr/>
          </p:nvGrpSpPr>
          <p:grpSpPr>
            <a:xfrm flipH="1">
              <a:off x="-501963" y="4669800"/>
              <a:ext cx="3820522" cy="1537408"/>
              <a:chOff x="5741325" y="4455725"/>
              <a:chExt cx="3820522" cy="1537408"/>
            </a:xfrm>
          </p:grpSpPr>
          <p:sp>
            <p:nvSpPr>
              <p:cNvPr id="207" name="Google Shape;207;p9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9"/>
              <p:cNvSpPr/>
              <p:nvPr/>
            </p:nvSpPr>
            <p:spPr>
              <a:xfrm>
                <a:off x="574132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11"/>
          <p:cNvGrpSpPr/>
          <p:nvPr/>
        </p:nvGrpSpPr>
        <p:grpSpPr>
          <a:xfrm flipH="1" rot="10800000">
            <a:off x="-3394" y="-2273839"/>
            <a:ext cx="9804518" cy="8448224"/>
            <a:chOff x="-3394" y="-1706421"/>
            <a:chExt cx="9804518" cy="8448224"/>
          </a:xfrm>
        </p:grpSpPr>
        <p:sp>
          <p:nvSpPr>
            <p:cNvPr id="214" name="Google Shape;214;p11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-1" y="3797828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1"/>
            <p:cNvSpPr/>
            <p:nvPr/>
          </p:nvSpPr>
          <p:spPr>
            <a:xfrm rot="10800000">
              <a:off x="-3394" y="-1706421"/>
              <a:ext cx="9150782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" name="Google Shape;217;p11"/>
          <p:cNvSpPr txBox="1"/>
          <p:nvPr>
            <p:ph hasCustomPrompt="1" type="title"/>
          </p:nvPr>
        </p:nvSpPr>
        <p:spPr>
          <a:xfrm>
            <a:off x="3025725" y="1918850"/>
            <a:ext cx="4078800" cy="7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53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18" name="Google Shape;218;p11"/>
          <p:cNvSpPr txBox="1"/>
          <p:nvPr>
            <p:ph idx="1" type="subTitle"/>
          </p:nvPr>
        </p:nvSpPr>
        <p:spPr>
          <a:xfrm>
            <a:off x="3025725" y="2697650"/>
            <a:ext cx="40788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19" name="Google Shape;219;p11"/>
          <p:cNvGrpSpPr/>
          <p:nvPr/>
        </p:nvGrpSpPr>
        <p:grpSpPr>
          <a:xfrm>
            <a:off x="998171" y="-8"/>
            <a:ext cx="6608794" cy="5143512"/>
            <a:chOff x="998171" y="-8"/>
            <a:chExt cx="6608794" cy="5143512"/>
          </a:xfrm>
        </p:grpSpPr>
        <p:sp>
          <p:nvSpPr>
            <p:cNvPr id="220" name="Google Shape;220;p11"/>
            <p:cNvSpPr/>
            <p:nvPr/>
          </p:nvSpPr>
          <p:spPr>
            <a:xfrm rot="10800000">
              <a:off x="998171" y="4876498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6600181" y="-8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" name="Google Shape;222;p11"/>
          <p:cNvGrpSpPr/>
          <p:nvPr/>
        </p:nvGrpSpPr>
        <p:grpSpPr>
          <a:xfrm flipH="1" rot="10800000">
            <a:off x="-1443375" y="-2220551"/>
            <a:ext cx="11922622" cy="9653454"/>
            <a:chOff x="-1443375" y="-2964939"/>
            <a:chExt cx="11922622" cy="9653454"/>
          </a:xfrm>
        </p:grpSpPr>
        <p:grpSp>
          <p:nvGrpSpPr>
            <p:cNvPr id="223" name="Google Shape;223;p11"/>
            <p:cNvGrpSpPr/>
            <p:nvPr/>
          </p:nvGrpSpPr>
          <p:grpSpPr>
            <a:xfrm>
              <a:off x="6475250" y="3928475"/>
              <a:ext cx="4003997" cy="2064658"/>
              <a:chOff x="5557850" y="3928475"/>
              <a:chExt cx="4003997" cy="2064658"/>
            </a:xfrm>
          </p:grpSpPr>
          <p:sp>
            <p:nvSpPr>
              <p:cNvPr id="224" name="Google Shape;224;p11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>
                <a:off x="5557850" y="392847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6" name="Google Shape;226;p11"/>
            <p:cNvGrpSpPr/>
            <p:nvPr/>
          </p:nvGrpSpPr>
          <p:grpSpPr>
            <a:xfrm>
              <a:off x="-1443375" y="3908625"/>
              <a:ext cx="5889466" cy="2779890"/>
              <a:chOff x="-1394450" y="3908625"/>
              <a:chExt cx="5889466" cy="2779890"/>
            </a:xfrm>
          </p:grpSpPr>
          <p:sp>
            <p:nvSpPr>
              <p:cNvPr id="227" name="Google Shape;227;p11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1"/>
              <p:cNvSpPr/>
              <p:nvPr/>
            </p:nvSpPr>
            <p:spPr>
              <a:xfrm>
                <a:off x="-1394450" y="39086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9" name="Google Shape;229;p11"/>
            <p:cNvSpPr/>
            <p:nvPr/>
          </p:nvSpPr>
          <p:spPr>
            <a:xfrm rot="10800000">
              <a:off x="-377487" y="-14120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1"/>
            <p:cNvSpPr/>
            <p:nvPr/>
          </p:nvSpPr>
          <p:spPr>
            <a:xfrm rot="10800000">
              <a:off x="4605266" y="-2964939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13"/>
          <p:cNvGrpSpPr/>
          <p:nvPr/>
        </p:nvGrpSpPr>
        <p:grpSpPr>
          <a:xfrm>
            <a:off x="-150966" y="-1569997"/>
            <a:ext cx="9294978" cy="8009776"/>
            <a:chOff x="-150966" y="-1569997"/>
            <a:chExt cx="9294978" cy="8009776"/>
          </a:xfrm>
        </p:grpSpPr>
        <p:sp>
          <p:nvSpPr>
            <p:cNvPr id="234" name="Google Shape;234;p13"/>
            <p:cNvSpPr/>
            <p:nvPr/>
          </p:nvSpPr>
          <p:spPr>
            <a:xfrm flipH="1">
              <a:off x="-150966" y="452838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3"/>
            <p:cNvSpPr/>
            <p:nvPr/>
          </p:nvSpPr>
          <p:spPr>
            <a:xfrm rot="10800000">
              <a:off x="5623599" y="-156999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" name="Google Shape;236;p13"/>
          <p:cNvSpPr txBox="1"/>
          <p:nvPr>
            <p:ph idx="1" type="subTitle"/>
          </p:nvPr>
        </p:nvSpPr>
        <p:spPr>
          <a:xfrm>
            <a:off x="1024750" y="3241688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37" name="Google Shape;237;p13"/>
          <p:cNvSpPr txBox="1"/>
          <p:nvPr>
            <p:ph idx="2" type="subTitle"/>
          </p:nvPr>
        </p:nvSpPr>
        <p:spPr>
          <a:xfrm>
            <a:off x="3419221" y="3241688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38" name="Google Shape;238;p13"/>
          <p:cNvSpPr txBox="1"/>
          <p:nvPr>
            <p:ph idx="3" type="subTitle"/>
          </p:nvPr>
        </p:nvSpPr>
        <p:spPr>
          <a:xfrm>
            <a:off x="5813699" y="3241688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39" name="Google Shape;239;p13"/>
          <p:cNvSpPr txBox="1"/>
          <p:nvPr>
            <p:ph idx="4" type="subTitle"/>
          </p:nvPr>
        </p:nvSpPr>
        <p:spPr>
          <a:xfrm>
            <a:off x="1024750" y="17961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40" name="Google Shape;240;p13"/>
          <p:cNvSpPr txBox="1"/>
          <p:nvPr>
            <p:ph idx="5" type="subTitle"/>
          </p:nvPr>
        </p:nvSpPr>
        <p:spPr>
          <a:xfrm>
            <a:off x="3419221" y="17961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41" name="Google Shape;241;p13"/>
          <p:cNvSpPr txBox="1"/>
          <p:nvPr>
            <p:ph idx="6" type="subTitle"/>
          </p:nvPr>
        </p:nvSpPr>
        <p:spPr>
          <a:xfrm>
            <a:off x="5813699" y="17961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242" name="Google Shape;242;p13"/>
          <p:cNvGrpSpPr/>
          <p:nvPr/>
        </p:nvGrpSpPr>
        <p:grpSpPr>
          <a:xfrm rot="10800000">
            <a:off x="-2096303" y="3730190"/>
            <a:ext cx="3010303" cy="380635"/>
            <a:chOff x="5446772" y="1743190"/>
            <a:chExt cx="3010303" cy="380635"/>
          </a:xfrm>
        </p:grpSpPr>
        <p:grpSp>
          <p:nvGrpSpPr>
            <p:cNvPr id="243" name="Google Shape;243;p13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244" name="Google Shape;244;p13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5" name="Google Shape;245;p13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6" name="Google Shape;246;p13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247" name="Google Shape;247;p1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48" name="Google Shape;248;p1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3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250" name="Google Shape;250;p1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1" name="Google Shape;251;p1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2" name="Google Shape;25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3" name="Google Shape;253;p13"/>
          <p:cNvSpPr txBox="1"/>
          <p:nvPr>
            <p:ph hasCustomPrompt="1" idx="7" type="title"/>
          </p:nvPr>
        </p:nvSpPr>
        <p:spPr>
          <a:xfrm>
            <a:off x="1450150" y="1229150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4" name="Google Shape;254;p13"/>
          <p:cNvSpPr txBox="1"/>
          <p:nvPr>
            <p:ph hasCustomPrompt="1" idx="8" type="title"/>
          </p:nvPr>
        </p:nvSpPr>
        <p:spPr>
          <a:xfrm>
            <a:off x="1450200" y="2674700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13"/>
          <p:cNvSpPr txBox="1"/>
          <p:nvPr>
            <p:ph hasCustomPrompt="1" idx="9" type="title"/>
          </p:nvPr>
        </p:nvSpPr>
        <p:spPr>
          <a:xfrm>
            <a:off x="3844625" y="1229151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6" name="Google Shape;256;p13"/>
          <p:cNvSpPr txBox="1"/>
          <p:nvPr>
            <p:ph hasCustomPrompt="1" idx="13" type="title"/>
          </p:nvPr>
        </p:nvSpPr>
        <p:spPr>
          <a:xfrm>
            <a:off x="3844625" y="2674699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7" name="Google Shape;257;p13"/>
          <p:cNvSpPr txBox="1"/>
          <p:nvPr>
            <p:ph hasCustomPrompt="1" idx="14" type="title"/>
          </p:nvPr>
        </p:nvSpPr>
        <p:spPr>
          <a:xfrm>
            <a:off x="6239100" y="1229152"/>
            <a:ext cx="5670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13"/>
          <p:cNvSpPr txBox="1"/>
          <p:nvPr>
            <p:ph hasCustomPrompt="1" idx="15" type="title"/>
          </p:nvPr>
        </p:nvSpPr>
        <p:spPr>
          <a:xfrm>
            <a:off x="6239100" y="2674703"/>
            <a:ext cx="5670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9" name="Google Shape;259;p13"/>
          <p:cNvSpPr/>
          <p:nvPr/>
        </p:nvSpPr>
        <p:spPr>
          <a:xfrm rot="10800000">
            <a:off x="1316384" y="4901259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 flipH="1">
            <a:off x="-585437" y="4230050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4"/>
          <p:cNvGrpSpPr/>
          <p:nvPr/>
        </p:nvGrpSpPr>
        <p:grpSpPr>
          <a:xfrm>
            <a:off x="-10" y="-1658067"/>
            <a:ext cx="9294978" cy="7822922"/>
            <a:chOff x="-10" y="-1658067"/>
            <a:chExt cx="9294978" cy="7822922"/>
          </a:xfrm>
        </p:grpSpPr>
        <p:sp>
          <p:nvSpPr>
            <p:cNvPr id="263" name="Google Shape;263;p14"/>
            <p:cNvSpPr/>
            <p:nvPr/>
          </p:nvSpPr>
          <p:spPr>
            <a:xfrm flipH="1" rot="10800000">
              <a:off x="0" y="-82735"/>
              <a:ext cx="2227897" cy="1165463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 flipH="1">
              <a:off x="-10" y="4253459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 rot="10800000">
              <a:off x="3765449" y="-165806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" name="Google Shape;266;p14"/>
          <p:cNvGrpSpPr/>
          <p:nvPr/>
        </p:nvGrpSpPr>
        <p:grpSpPr>
          <a:xfrm>
            <a:off x="214581" y="-8"/>
            <a:ext cx="1593209" cy="183531"/>
            <a:chOff x="385056" y="-8"/>
            <a:chExt cx="1593209" cy="183531"/>
          </a:xfrm>
        </p:grpSpPr>
        <p:sp>
          <p:nvSpPr>
            <p:cNvPr id="267" name="Google Shape;267;p14"/>
            <p:cNvSpPr/>
            <p:nvPr/>
          </p:nvSpPr>
          <p:spPr>
            <a:xfrm flipH="1">
              <a:off x="385056" y="-8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 flipH="1">
              <a:off x="971481" y="-8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" name="Google Shape;269;p14"/>
          <p:cNvGrpSpPr/>
          <p:nvPr/>
        </p:nvGrpSpPr>
        <p:grpSpPr>
          <a:xfrm>
            <a:off x="-641180" y="447742"/>
            <a:ext cx="10174669" cy="4695754"/>
            <a:chOff x="-641180" y="447742"/>
            <a:chExt cx="10174669" cy="4695754"/>
          </a:xfrm>
        </p:grpSpPr>
        <p:sp>
          <p:nvSpPr>
            <p:cNvPr id="270" name="Google Shape;270;p14"/>
            <p:cNvSpPr/>
            <p:nvPr/>
          </p:nvSpPr>
          <p:spPr>
            <a:xfrm>
              <a:off x="8526706" y="447742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 flipH="1">
              <a:off x="6924920" y="4911501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-641180" y="4521501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3" name="Google Shape;273;p14"/>
          <p:cNvSpPr txBox="1"/>
          <p:nvPr>
            <p:ph type="title"/>
          </p:nvPr>
        </p:nvSpPr>
        <p:spPr>
          <a:xfrm>
            <a:off x="1419900" y="3055775"/>
            <a:ext cx="6304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4" name="Google Shape;274;p14"/>
          <p:cNvSpPr txBox="1"/>
          <p:nvPr>
            <p:ph idx="1" type="subTitle"/>
          </p:nvPr>
        </p:nvSpPr>
        <p:spPr>
          <a:xfrm>
            <a:off x="1419900" y="1081900"/>
            <a:ext cx="6304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75" name="Google Shape;275;p14"/>
          <p:cNvGrpSpPr/>
          <p:nvPr/>
        </p:nvGrpSpPr>
        <p:grpSpPr>
          <a:xfrm>
            <a:off x="-689412" y="-1311142"/>
            <a:ext cx="10419597" cy="8141306"/>
            <a:chOff x="-689412" y="-1311142"/>
            <a:chExt cx="10419597" cy="8141306"/>
          </a:xfrm>
        </p:grpSpPr>
        <p:sp>
          <p:nvSpPr>
            <p:cNvPr id="276" name="Google Shape;276;p14"/>
            <p:cNvSpPr/>
            <p:nvPr/>
          </p:nvSpPr>
          <p:spPr>
            <a:xfrm rot="10800000">
              <a:off x="6315079" y="-1311142"/>
              <a:ext cx="2979895" cy="175781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-3" y="4753508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 rot="10800000">
              <a:off x="-689412" y="-81817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6924913" y="46040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/>
          <p:cNvSpPr txBox="1"/>
          <p:nvPr>
            <p:ph type="title"/>
          </p:nvPr>
        </p:nvSpPr>
        <p:spPr>
          <a:xfrm>
            <a:off x="1103225" y="1490900"/>
            <a:ext cx="3169200" cy="16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2" name="Google Shape;282;p15"/>
          <p:cNvSpPr txBox="1"/>
          <p:nvPr>
            <p:ph idx="1" type="subTitle"/>
          </p:nvPr>
        </p:nvSpPr>
        <p:spPr>
          <a:xfrm>
            <a:off x="1103225" y="3187975"/>
            <a:ext cx="31692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3" name="Google Shape;283;p15"/>
          <p:cNvSpPr/>
          <p:nvPr>
            <p:ph idx="2" type="pic"/>
          </p:nvPr>
        </p:nvSpPr>
        <p:spPr>
          <a:xfrm>
            <a:off x="4272425" y="613850"/>
            <a:ext cx="3768300" cy="37968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84" name="Google Shape;284;p15"/>
          <p:cNvGrpSpPr/>
          <p:nvPr/>
        </p:nvGrpSpPr>
        <p:grpSpPr>
          <a:xfrm flipH="1" rot="10800000">
            <a:off x="-1536301" y="-1730518"/>
            <a:ext cx="10804826" cy="8381753"/>
            <a:chOff x="-1589201" y="-1194493"/>
            <a:chExt cx="10804826" cy="8381753"/>
          </a:xfrm>
        </p:grpSpPr>
        <p:sp>
          <p:nvSpPr>
            <p:cNvPr id="285" name="Google Shape;285;p15"/>
            <p:cNvSpPr/>
            <p:nvPr/>
          </p:nvSpPr>
          <p:spPr>
            <a:xfrm flipH="1" rot="10800000">
              <a:off x="-79353" y="-119449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-1589201" y="4818100"/>
              <a:ext cx="4016259" cy="2369160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5"/>
          <p:cNvSpPr/>
          <p:nvPr/>
        </p:nvSpPr>
        <p:spPr>
          <a:xfrm flipH="1" rot="10800000">
            <a:off x="6778074" y="4876489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7378450" y="4296905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9" name="Google Shape;289;p15"/>
          <p:cNvGrpSpPr/>
          <p:nvPr/>
        </p:nvGrpSpPr>
        <p:grpSpPr>
          <a:xfrm flipH="1">
            <a:off x="-1397466" y="738820"/>
            <a:ext cx="3010303" cy="380635"/>
            <a:chOff x="5446772" y="1743190"/>
            <a:chExt cx="3010303" cy="380635"/>
          </a:xfrm>
        </p:grpSpPr>
        <p:grpSp>
          <p:nvGrpSpPr>
            <p:cNvPr id="290" name="Google Shape;290;p15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291" name="Google Shape;291;p15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2" name="Google Shape;292;p15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15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294" name="Google Shape;294;p15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95" name="Google Shape;295;p15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6" name="Google Shape;296;p15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297" name="Google Shape;297;p15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8" name="Google Shape;298;p15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 txBox="1"/>
          <p:nvPr>
            <p:ph type="title"/>
          </p:nvPr>
        </p:nvSpPr>
        <p:spPr>
          <a:xfrm>
            <a:off x="872400" y="1637550"/>
            <a:ext cx="32241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1" name="Google Shape;301;p16"/>
          <p:cNvSpPr txBox="1"/>
          <p:nvPr>
            <p:ph idx="1" type="subTitle"/>
          </p:nvPr>
        </p:nvSpPr>
        <p:spPr>
          <a:xfrm>
            <a:off x="872400" y="2700750"/>
            <a:ext cx="32241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302" name="Google Shape;302;p16"/>
          <p:cNvGrpSpPr/>
          <p:nvPr/>
        </p:nvGrpSpPr>
        <p:grpSpPr>
          <a:xfrm>
            <a:off x="-213475" y="-435968"/>
            <a:ext cx="10430912" cy="6926993"/>
            <a:chOff x="-213475" y="-435968"/>
            <a:chExt cx="10430912" cy="6926993"/>
          </a:xfrm>
        </p:grpSpPr>
        <p:sp>
          <p:nvSpPr>
            <p:cNvPr id="303" name="Google Shape;303;p16"/>
            <p:cNvSpPr/>
            <p:nvPr/>
          </p:nvSpPr>
          <p:spPr>
            <a:xfrm flipH="1" rot="10800000">
              <a:off x="7412165" y="-43596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6"/>
            <p:cNvSpPr/>
            <p:nvPr/>
          </p:nvSpPr>
          <p:spPr>
            <a:xfrm flipH="1">
              <a:off x="-213475" y="4603994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" name="Google Shape;305;p16"/>
          <p:cNvGrpSpPr/>
          <p:nvPr/>
        </p:nvGrpSpPr>
        <p:grpSpPr>
          <a:xfrm flipH="1">
            <a:off x="-1986736" y="257018"/>
            <a:ext cx="3567725" cy="692436"/>
            <a:chOff x="5803750" y="1590790"/>
            <a:chExt cx="3567725" cy="692436"/>
          </a:xfrm>
        </p:grpSpPr>
        <p:grpSp>
          <p:nvGrpSpPr>
            <p:cNvPr id="306" name="Google Shape;306;p16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307" name="Google Shape;307;p1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08" name="Google Shape;308;p1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9" name="Google Shape;309;p16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310" name="Google Shape;310;p16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1" name="Google Shape;311;p16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2" name="Google Shape;312;p16"/>
            <p:cNvGrpSpPr/>
            <p:nvPr/>
          </p:nvGrpSpPr>
          <p:grpSpPr>
            <a:xfrm flipH="1">
              <a:off x="6107964" y="1938899"/>
              <a:ext cx="1561280" cy="136187"/>
              <a:chOff x="-154850" y="2676400"/>
              <a:chExt cx="4728285" cy="412439"/>
            </a:xfrm>
          </p:grpSpPr>
          <p:sp>
            <p:nvSpPr>
              <p:cNvPr id="313" name="Google Shape;313;p16"/>
              <p:cNvSpPr/>
              <p:nvPr/>
            </p:nvSpPr>
            <p:spPr>
              <a:xfrm>
                <a:off x="-154850" y="26764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14" name="Google Shape;314;p16"/>
              <p:cNvSpPr/>
              <p:nvPr/>
            </p:nvSpPr>
            <p:spPr>
              <a:xfrm>
                <a:off x="4439036" y="29544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5" name="Google Shape;315;p16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316" name="Google Shape;316;p16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7" name="Google Shape;317;p16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8" name="Google Shape;318;p16"/>
          <p:cNvSpPr/>
          <p:nvPr/>
        </p:nvSpPr>
        <p:spPr>
          <a:xfrm rot="10800000">
            <a:off x="-284501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9" name="Google Shape;319;p16"/>
          <p:cNvGrpSpPr/>
          <p:nvPr/>
        </p:nvGrpSpPr>
        <p:grpSpPr>
          <a:xfrm>
            <a:off x="-1754525" y="-2478031"/>
            <a:ext cx="12821147" cy="8256735"/>
            <a:chOff x="-1754525" y="-2478031"/>
            <a:chExt cx="12821147" cy="8256735"/>
          </a:xfrm>
        </p:grpSpPr>
        <p:sp>
          <p:nvSpPr>
            <p:cNvPr id="320" name="Google Shape;320;p16"/>
            <p:cNvSpPr/>
            <p:nvPr/>
          </p:nvSpPr>
          <p:spPr>
            <a:xfrm rot="10800000">
              <a:off x="5951215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6"/>
            <p:cNvSpPr/>
            <p:nvPr/>
          </p:nvSpPr>
          <p:spPr>
            <a:xfrm flipH="1">
              <a:off x="-1754525" y="424129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"/>
          <p:cNvSpPr/>
          <p:nvPr/>
        </p:nvSpPr>
        <p:spPr>
          <a:xfrm rot="10800000">
            <a:off x="666600" y="478394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 flipH="1">
            <a:off x="-1754525" y="4241295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-1259172" y="4634981"/>
            <a:ext cx="5115407" cy="3017539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6" name="Google Shape;326;p17"/>
          <p:cNvGrpSpPr/>
          <p:nvPr/>
        </p:nvGrpSpPr>
        <p:grpSpPr>
          <a:xfrm>
            <a:off x="6644522" y="4451415"/>
            <a:ext cx="3427062" cy="540036"/>
            <a:chOff x="5446772" y="1743190"/>
            <a:chExt cx="3427062" cy="540036"/>
          </a:xfrm>
        </p:grpSpPr>
        <p:grpSp>
          <p:nvGrpSpPr>
            <p:cNvPr id="327" name="Google Shape;327;p17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328" name="Google Shape;328;p1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29" name="Google Shape;329;p1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0" name="Google Shape;330;p17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331" name="Google Shape;331;p1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2" name="Google Shape;332;p1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3" name="Google Shape;333;p17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334" name="Google Shape;334;p1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35" name="Google Shape;335;p1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6" name="Google Shape;336;p17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337" name="Google Shape;337;p1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8" name="Google Shape;338;p1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9" name="Google Shape;339;p17"/>
          <p:cNvGrpSpPr/>
          <p:nvPr/>
        </p:nvGrpSpPr>
        <p:grpSpPr>
          <a:xfrm>
            <a:off x="-694176" y="-920239"/>
            <a:ext cx="10964574" cy="6661025"/>
            <a:chOff x="-694176" y="-920239"/>
            <a:chExt cx="10964574" cy="6661025"/>
          </a:xfrm>
        </p:grpSpPr>
        <p:sp>
          <p:nvSpPr>
            <p:cNvPr id="340" name="Google Shape;340;p17"/>
            <p:cNvSpPr/>
            <p:nvPr/>
          </p:nvSpPr>
          <p:spPr>
            <a:xfrm flipH="1" rot="10800000">
              <a:off x="-694176" y="-920239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7"/>
            <p:cNvSpPr/>
            <p:nvPr/>
          </p:nvSpPr>
          <p:spPr>
            <a:xfrm flipH="1">
              <a:off x="6749999" y="3899186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17"/>
          <p:cNvSpPr txBox="1"/>
          <p:nvPr>
            <p:ph type="title"/>
          </p:nvPr>
        </p:nvSpPr>
        <p:spPr>
          <a:xfrm>
            <a:off x="5200875" y="1926400"/>
            <a:ext cx="3077400" cy="6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3" name="Google Shape;343;p17"/>
          <p:cNvSpPr txBox="1"/>
          <p:nvPr>
            <p:ph idx="1" type="subTitle"/>
          </p:nvPr>
        </p:nvSpPr>
        <p:spPr>
          <a:xfrm>
            <a:off x="5201025" y="2562000"/>
            <a:ext cx="3077400" cy="8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18"/>
          <p:cNvGrpSpPr/>
          <p:nvPr/>
        </p:nvGrpSpPr>
        <p:grpSpPr>
          <a:xfrm>
            <a:off x="-1289846" y="-464980"/>
            <a:ext cx="3520400" cy="7145645"/>
            <a:chOff x="-1289846" y="-464980"/>
            <a:chExt cx="3520400" cy="7145645"/>
          </a:xfrm>
        </p:grpSpPr>
        <p:sp>
          <p:nvSpPr>
            <p:cNvPr id="346" name="Google Shape;346;p18"/>
            <p:cNvSpPr/>
            <p:nvPr/>
          </p:nvSpPr>
          <p:spPr>
            <a:xfrm flipH="1" rot="10800000">
              <a:off x="-305811" y="-464980"/>
              <a:ext cx="1920158" cy="1004478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8"/>
            <p:cNvSpPr/>
            <p:nvPr/>
          </p:nvSpPr>
          <p:spPr>
            <a:xfrm>
              <a:off x="-1289846" y="4604008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" name="Google Shape;34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9" name="Google Shape;349;p18"/>
          <p:cNvSpPr txBox="1"/>
          <p:nvPr>
            <p:ph idx="1" type="subTitle"/>
          </p:nvPr>
        </p:nvSpPr>
        <p:spPr>
          <a:xfrm>
            <a:off x="713225" y="1071950"/>
            <a:ext cx="3848100" cy="15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0" name="Google Shape;350;p18"/>
          <p:cNvSpPr/>
          <p:nvPr/>
        </p:nvSpPr>
        <p:spPr>
          <a:xfrm flipH="1">
            <a:off x="-871159" y="539488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8"/>
          <p:cNvSpPr/>
          <p:nvPr/>
        </p:nvSpPr>
        <p:spPr>
          <a:xfrm flipH="1" rot="10800000">
            <a:off x="-2006799" y="-1824231"/>
            <a:ext cx="4007050" cy="2363728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2" name="Google Shape;352;p18"/>
          <p:cNvGrpSpPr/>
          <p:nvPr/>
        </p:nvGrpSpPr>
        <p:grpSpPr>
          <a:xfrm flipH="1">
            <a:off x="7324525" y="151290"/>
            <a:ext cx="3296400" cy="703085"/>
            <a:chOff x="-12" y="3628590"/>
            <a:chExt cx="3296400" cy="703085"/>
          </a:xfrm>
        </p:grpSpPr>
        <p:grpSp>
          <p:nvGrpSpPr>
            <p:cNvPr id="353" name="Google Shape;353;p18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354" name="Google Shape;354;p18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5" name="Google Shape;355;p18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6" name="Google Shape;356;p18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357" name="Google Shape;357;p18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58" name="Google Shape;358;p18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9" name="Google Shape;359;p18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360" name="Google Shape;360;p18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61" name="Google Shape;361;p18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2" name="Google Shape;362;p18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363" name="Google Shape;363;p1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4" name="Google Shape;364;p1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0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19"/>
          <p:cNvGrpSpPr/>
          <p:nvPr/>
        </p:nvGrpSpPr>
        <p:grpSpPr>
          <a:xfrm>
            <a:off x="-1657830" y="-1821713"/>
            <a:ext cx="13368611" cy="9000374"/>
            <a:chOff x="-1657830" y="-1821713"/>
            <a:chExt cx="13368611" cy="9000374"/>
          </a:xfrm>
        </p:grpSpPr>
        <p:sp>
          <p:nvSpPr>
            <p:cNvPr id="367" name="Google Shape;367;p19"/>
            <p:cNvSpPr/>
            <p:nvPr/>
          </p:nvSpPr>
          <p:spPr>
            <a:xfrm flipH="1">
              <a:off x="-1657830" y="4429574"/>
              <a:ext cx="13368611" cy="2749087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9"/>
            <p:cNvSpPr/>
            <p:nvPr/>
          </p:nvSpPr>
          <p:spPr>
            <a:xfrm rot="10800000">
              <a:off x="6074499" y="-1821713"/>
              <a:ext cx="4016259" cy="2369160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9" name="Google Shape;369;p19"/>
          <p:cNvGrpSpPr/>
          <p:nvPr/>
        </p:nvGrpSpPr>
        <p:grpSpPr>
          <a:xfrm>
            <a:off x="-1296840" y="259346"/>
            <a:ext cx="11980094" cy="4549229"/>
            <a:chOff x="-1296840" y="259346"/>
            <a:chExt cx="11980094" cy="4549229"/>
          </a:xfrm>
        </p:grpSpPr>
        <p:grpSp>
          <p:nvGrpSpPr>
            <p:cNvPr id="370" name="Google Shape;370;p19"/>
            <p:cNvGrpSpPr/>
            <p:nvPr/>
          </p:nvGrpSpPr>
          <p:grpSpPr>
            <a:xfrm rot="10800000">
              <a:off x="-1296840" y="259346"/>
              <a:ext cx="3074607" cy="453954"/>
              <a:chOff x="5478797" y="847321"/>
              <a:chExt cx="3074607" cy="453954"/>
            </a:xfrm>
          </p:grpSpPr>
          <p:grpSp>
            <p:nvGrpSpPr>
              <p:cNvPr id="371" name="Google Shape;371;p19"/>
              <p:cNvGrpSpPr/>
              <p:nvPr/>
            </p:nvGrpSpPr>
            <p:grpSpPr>
              <a:xfrm flipH="1">
                <a:off x="5675409" y="922405"/>
                <a:ext cx="2877996" cy="223763"/>
                <a:chOff x="1687059" y="2012316"/>
                <a:chExt cx="3573375" cy="277863"/>
              </a:xfrm>
            </p:grpSpPr>
            <p:sp>
              <p:nvSpPr>
                <p:cNvPr id="372" name="Google Shape;372;p19"/>
                <p:cNvSpPr/>
                <p:nvPr/>
              </p:nvSpPr>
              <p:spPr>
                <a:xfrm>
                  <a:off x="1687059" y="2012316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73" name="Google Shape;373;p19"/>
                <p:cNvSpPr/>
                <p:nvPr/>
              </p:nvSpPr>
              <p:spPr>
                <a:xfrm>
                  <a:off x="5203734" y="2233479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74" name="Google Shape;374;p19"/>
              <p:cNvGrpSpPr/>
              <p:nvPr/>
            </p:nvGrpSpPr>
            <p:grpSpPr>
              <a:xfrm flipH="1">
                <a:off x="6072799" y="847321"/>
                <a:ext cx="2430997" cy="185534"/>
                <a:chOff x="1748547" y="1392116"/>
                <a:chExt cx="5911958" cy="451312"/>
              </a:xfrm>
            </p:grpSpPr>
            <p:sp>
              <p:nvSpPr>
                <p:cNvPr id="375" name="Google Shape;375;p19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76" name="Google Shape;376;p19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77" name="Google Shape;377;p19"/>
              <p:cNvGrpSpPr/>
              <p:nvPr/>
            </p:nvGrpSpPr>
            <p:grpSpPr>
              <a:xfrm flipH="1">
                <a:off x="5478797" y="1255615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378" name="Google Shape;378;p19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9" name="Google Shape;379;p19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80" name="Google Shape;380;p19"/>
            <p:cNvGrpSpPr/>
            <p:nvPr/>
          </p:nvGrpSpPr>
          <p:grpSpPr>
            <a:xfrm flipH="1">
              <a:off x="7083467" y="3764471"/>
              <a:ext cx="3599787" cy="1044104"/>
              <a:chOff x="-1431671" y="656496"/>
              <a:chExt cx="3599787" cy="1044104"/>
            </a:xfrm>
          </p:grpSpPr>
          <p:grpSp>
            <p:nvGrpSpPr>
              <p:cNvPr id="381" name="Google Shape;381;p19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382" name="Google Shape;382;p19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3" name="Google Shape;383;p19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4" name="Google Shape;384;p19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385" name="Google Shape;385;p19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rect b="b" l="l" r="r" t="t"/>
                  <a:pathLst>
                    <a:path extrusionOk="0" h="5994" w="7755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86" name="Google Shape;386;p19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7" name="Google Shape;387;p19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388" name="Google Shape;388;p19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89" name="Google Shape;389;p19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0" name="Google Shape;390;p19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391" name="Google Shape;391;p19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92" name="Google Shape;392;p19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3" name="Google Shape;393;p19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394" name="Google Shape;394;p19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95" name="Google Shape;395;p19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6" name="Google Shape;396;p19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397" name="Google Shape;397;p19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8" name="Google Shape;398;p19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399" name="Google Shape;399;p19"/>
          <p:cNvGrpSpPr/>
          <p:nvPr/>
        </p:nvGrpSpPr>
        <p:grpSpPr>
          <a:xfrm>
            <a:off x="-2546154" y="-635197"/>
            <a:ext cx="12379564" cy="6575223"/>
            <a:chOff x="-2546154" y="-635197"/>
            <a:chExt cx="12379564" cy="6575223"/>
          </a:xfrm>
        </p:grpSpPr>
        <p:sp>
          <p:nvSpPr>
            <p:cNvPr id="400" name="Google Shape;400;p19"/>
            <p:cNvSpPr/>
            <p:nvPr/>
          </p:nvSpPr>
          <p:spPr>
            <a:xfrm flipH="1" rot="10800000">
              <a:off x="7028137" y="-635197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1" name="Google Shape;401;p19"/>
            <p:cNvGrpSpPr/>
            <p:nvPr/>
          </p:nvGrpSpPr>
          <p:grpSpPr>
            <a:xfrm flipH="1">
              <a:off x="-2546154" y="4429587"/>
              <a:ext cx="4147840" cy="1510440"/>
              <a:chOff x="4132575" y="4716825"/>
              <a:chExt cx="5724316" cy="2084515"/>
            </a:xfrm>
          </p:grpSpPr>
          <p:sp>
            <p:nvSpPr>
              <p:cNvPr id="402" name="Google Shape;402;p19"/>
              <p:cNvSpPr/>
              <p:nvPr/>
            </p:nvSpPr>
            <p:spPr>
              <a:xfrm flipH="1">
                <a:off x="5361875" y="47168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 flipH="1">
                <a:off x="4132575" y="47168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4" name="Google Shape;404;p19"/>
          <p:cNvGrpSpPr/>
          <p:nvPr/>
        </p:nvGrpSpPr>
        <p:grpSpPr>
          <a:xfrm>
            <a:off x="-281888" y="-10703"/>
            <a:ext cx="10398364" cy="4440282"/>
            <a:chOff x="-281888" y="-10703"/>
            <a:chExt cx="10398364" cy="4440282"/>
          </a:xfrm>
        </p:grpSpPr>
        <p:sp>
          <p:nvSpPr>
            <p:cNvPr id="405" name="Google Shape;405;p19"/>
            <p:cNvSpPr/>
            <p:nvPr/>
          </p:nvSpPr>
          <p:spPr>
            <a:xfrm>
              <a:off x="8698225" y="90219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9"/>
            <p:cNvSpPr/>
            <p:nvPr/>
          </p:nvSpPr>
          <p:spPr>
            <a:xfrm>
              <a:off x="6098975" y="-10703"/>
              <a:ext cx="1044698" cy="196679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9"/>
            <p:cNvSpPr/>
            <p:nvPr/>
          </p:nvSpPr>
          <p:spPr>
            <a:xfrm>
              <a:off x="-281888" y="4232899"/>
              <a:ext cx="1044698" cy="196679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8" name="Google Shape;408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9" name="Google Shape;409;p19"/>
          <p:cNvSpPr txBox="1"/>
          <p:nvPr>
            <p:ph idx="1" type="subTitle"/>
          </p:nvPr>
        </p:nvSpPr>
        <p:spPr>
          <a:xfrm>
            <a:off x="2835450" y="1017725"/>
            <a:ext cx="3410400" cy="28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20"/>
          <p:cNvGrpSpPr/>
          <p:nvPr/>
        </p:nvGrpSpPr>
        <p:grpSpPr>
          <a:xfrm>
            <a:off x="-706235" y="-1528931"/>
            <a:ext cx="9861884" cy="9150482"/>
            <a:chOff x="-706235" y="-1528931"/>
            <a:chExt cx="9861884" cy="9150482"/>
          </a:xfrm>
        </p:grpSpPr>
        <p:sp>
          <p:nvSpPr>
            <p:cNvPr id="412" name="Google Shape;412;p20"/>
            <p:cNvSpPr/>
            <p:nvPr/>
          </p:nvSpPr>
          <p:spPr>
            <a:xfrm>
              <a:off x="-706235" y="460401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0"/>
            <p:cNvSpPr/>
            <p:nvPr/>
          </p:nvSpPr>
          <p:spPr>
            <a:xfrm flipH="1" rot="10800000">
              <a:off x="-201825" y="-1528931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4" name="Google Shape;414;p20"/>
          <p:cNvSpPr/>
          <p:nvPr/>
        </p:nvSpPr>
        <p:spPr>
          <a:xfrm>
            <a:off x="-1021725" y="3983847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0"/>
          <p:cNvSpPr/>
          <p:nvPr/>
        </p:nvSpPr>
        <p:spPr>
          <a:xfrm flipH="1">
            <a:off x="-828950" y="4250853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6" name="Google Shape;416;p20"/>
          <p:cNvGrpSpPr/>
          <p:nvPr/>
        </p:nvGrpSpPr>
        <p:grpSpPr>
          <a:xfrm>
            <a:off x="7632064" y="4367465"/>
            <a:ext cx="3894036" cy="692436"/>
            <a:chOff x="5477439" y="1590790"/>
            <a:chExt cx="3894036" cy="692436"/>
          </a:xfrm>
        </p:grpSpPr>
        <p:grpSp>
          <p:nvGrpSpPr>
            <p:cNvPr id="417" name="Google Shape;417;p20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418" name="Google Shape;418;p2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19" name="Google Shape;419;p2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0" name="Google Shape;420;p20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421" name="Google Shape;421;p20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2" name="Google Shape;422;p20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3" name="Google Shape;423;p20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424" name="Google Shape;424;p2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25" name="Google Shape;425;p2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6" name="Google Shape;426;p20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427" name="Google Shape;427;p20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8" name="Google Shape;428;p20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9" name="Google Shape;429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0" name="Google Shape;430;p20"/>
          <p:cNvSpPr txBox="1"/>
          <p:nvPr>
            <p:ph idx="1" type="subTitle"/>
          </p:nvPr>
        </p:nvSpPr>
        <p:spPr>
          <a:xfrm>
            <a:off x="4869042" y="2513325"/>
            <a:ext cx="2535600" cy="16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1" name="Google Shape;431;p20"/>
          <p:cNvSpPr txBox="1"/>
          <p:nvPr>
            <p:ph idx="2" type="subTitle"/>
          </p:nvPr>
        </p:nvSpPr>
        <p:spPr>
          <a:xfrm>
            <a:off x="1739345" y="2513325"/>
            <a:ext cx="2535600" cy="16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2" name="Google Shape;432;p20"/>
          <p:cNvSpPr txBox="1"/>
          <p:nvPr>
            <p:ph idx="3" type="subTitle"/>
          </p:nvPr>
        </p:nvSpPr>
        <p:spPr>
          <a:xfrm>
            <a:off x="1739345" y="2037225"/>
            <a:ext cx="253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33" name="Google Shape;433;p20"/>
          <p:cNvSpPr txBox="1"/>
          <p:nvPr>
            <p:ph idx="4" type="subTitle"/>
          </p:nvPr>
        </p:nvSpPr>
        <p:spPr>
          <a:xfrm>
            <a:off x="4869042" y="2037225"/>
            <a:ext cx="253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6" name="Google Shape;436;p21"/>
          <p:cNvSpPr txBox="1"/>
          <p:nvPr>
            <p:ph idx="1" type="subTitle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7" name="Google Shape;437;p21"/>
          <p:cNvSpPr txBox="1"/>
          <p:nvPr>
            <p:ph idx="2" type="subTitle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438" name="Google Shape;438;p21"/>
          <p:cNvGrpSpPr/>
          <p:nvPr/>
        </p:nvGrpSpPr>
        <p:grpSpPr>
          <a:xfrm rot="10800000">
            <a:off x="-106737" y="-1645006"/>
            <a:ext cx="9548249" cy="7357518"/>
            <a:chOff x="-1311525" y="-1414418"/>
            <a:chExt cx="9548249" cy="7357518"/>
          </a:xfrm>
        </p:grpSpPr>
        <p:sp>
          <p:nvSpPr>
            <p:cNvPr id="439" name="Google Shape;439;p21"/>
            <p:cNvSpPr/>
            <p:nvPr/>
          </p:nvSpPr>
          <p:spPr>
            <a:xfrm rot="10800000">
              <a:off x="-1311525" y="-141441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 flipH="1">
              <a:off x="-1120750" y="4056069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1" name="Google Shape;441;p21"/>
          <p:cNvSpPr/>
          <p:nvPr/>
        </p:nvSpPr>
        <p:spPr>
          <a:xfrm flipH="1" rot="10800000">
            <a:off x="5675306" y="4959976"/>
            <a:ext cx="1006784" cy="183531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21"/>
          <p:cNvGrpSpPr/>
          <p:nvPr/>
        </p:nvGrpSpPr>
        <p:grpSpPr>
          <a:xfrm rot="10800000">
            <a:off x="-1228535" y="-1130234"/>
            <a:ext cx="11726682" cy="8568910"/>
            <a:chOff x="-2306160" y="-3140581"/>
            <a:chExt cx="11726682" cy="8568910"/>
          </a:xfrm>
        </p:grpSpPr>
        <p:sp>
          <p:nvSpPr>
            <p:cNvPr id="443" name="Google Shape;443;p21"/>
            <p:cNvSpPr/>
            <p:nvPr/>
          </p:nvSpPr>
          <p:spPr>
            <a:xfrm flipH="1" rot="10800000">
              <a:off x="-2306160" y="-314058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 flipH="1" rot="10800000">
              <a:off x="7082099" y="4876491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6615250" y="389092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" name="Google Shape;446;p21"/>
          <p:cNvGrpSpPr/>
          <p:nvPr/>
        </p:nvGrpSpPr>
        <p:grpSpPr>
          <a:xfrm flipH="1" rot="10800000">
            <a:off x="-1315487" y="4349469"/>
            <a:ext cx="3296400" cy="703085"/>
            <a:chOff x="-12" y="3628590"/>
            <a:chExt cx="3296400" cy="703085"/>
          </a:xfrm>
        </p:grpSpPr>
        <p:grpSp>
          <p:nvGrpSpPr>
            <p:cNvPr id="447" name="Google Shape;447;p21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48" name="Google Shape;448;p2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49" name="Google Shape;449;p2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0" name="Google Shape;450;p21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51" name="Google Shape;451;p2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52" name="Google Shape;452;p2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3" name="Google Shape;453;p21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54" name="Google Shape;454;p2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55" name="Google Shape;455;p2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6" name="Google Shape;456;p21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57" name="Google Shape;457;p2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58" name="Google Shape;458;p2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22"/>
          <p:cNvGrpSpPr/>
          <p:nvPr/>
        </p:nvGrpSpPr>
        <p:grpSpPr>
          <a:xfrm>
            <a:off x="-1123779" y="-1437185"/>
            <a:ext cx="12025151" cy="8843536"/>
            <a:chOff x="-1123779" y="-1437185"/>
            <a:chExt cx="12025151" cy="8843536"/>
          </a:xfrm>
        </p:grpSpPr>
        <p:sp>
          <p:nvSpPr>
            <p:cNvPr id="461" name="Google Shape;461;p22"/>
            <p:cNvSpPr/>
            <p:nvPr/>
          </p:nvSpPr>
          <p:spPr>
            <a:xfrm flipH="1">
              <a:off x="5785965" y="438881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2"/>
            <p:cNvSpPr/>
            <p:nvPr/>
          </p:nvSpPr>
          <p:spPr>
            <a:xfrm rot="10800000">
              <a:off x="6986174" y="-886660"/>
              <a:ext cx="3247250" cy="169871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13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2"/>
            <p:cNvSpPr/>
            <p:nvPr/>
          </p:nvSpPr>
          <p:spPr>
            <a:xfrm flipH="1" rot="10800000">
              <a:off x="-1123779" y="-1437185"/>
              <a:ext cx="3115510" cy="1837815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4" name="Google Shape;464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5" name="Google Shape;465;p22"/>
          <p:cNvSpPr txBox="1"/>
          <p:nvPr>
            <p:ph idx="1" type="subTitle"/>
          </p:nvPr>
        </p:nvSpPr>
        <p:spPr>
          <a:xfrm>
            <a:off x="937625" y="2512054"/>
            <a:ext cx="2052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6" name="Google Shape;466;p22"/>
          <p:cNvSpPr txBox="1"/>
          <p:nvPr>
            <p:ph idx="2" type="subTitle"/>
          </p:nvPr>
        </p:nvSpPr>
        <p:spPr>
          <a:xfrm>
            <a:off x="3341062" y="2512054"/>
            <a:ext cx="2052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7" name="Google Shape;467;p22"/>
          <p:cNvSpPr txBox="1"/>
          <p:nvPr>
            <p:ph idx="3" type="subTitle"/>
          </p:nvPr>
        </p:nvSpPr>
        <p:spPr>
          <a:xfrm>
            <a:off x="5744505" y="2512054"/>
            <a:ext cx="2052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p22"/>
          <p:cNvSpPr txBox="1"/>
          <p:nvPr>
            <p:ph idx="4" type="subTitle"/>
          </p:nvPr>
        </p:nvSpPr>
        <p:spPr>
          <a:xfrm>
            <a:off x="937625" y="2067100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69" name="Google Shape;469;p22"/>
          <p:cNvSpPr txBox="1"/>
          <p:nvPr>
            <p:ph idx="5" type="subTitle"/>
          </p:nvPr>
        </p:nvSpPr>
        <p:spPr>
          <a:xfrm>
            <a:off x="3341063" y="2067100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70" name="Google Shape;470;p22"/>
          <p:cNvSpPr txBox="1"/>
          <p:nvPr>
            <p:ph idx="6" type="subTitle"/>
          </p:nvPr>
        </p:nvSpPr>
        <p:spPr>
          <a:xfrm>
            <a:off x="5744502" y="2067100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471" name="Google Shape;471;p22"/>
          <p:cNvGrpSpPr/>
          <p:nvPr/>
        </p:nvGrpSpPr>
        <p:grpSpPr>
          <a:xfrm flipH="1" rot="10800000">
            <a:off x="-1469087" y="4289940"/>
            <a:ext cx="3296400" cy="703085"/>
            <a:chOff x="-12" y="3628590"/>
            <a:chExt cx="3296400" cy="703085"/>
          </a:xfrm>
        </p:grpSpPr>
        <p:grpSp>
          <p:nvGrpSpPr>
            <p:cNvPr id="472" name="Google Shape;472;p2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73" name="Google Shape;473;p2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4" name="Google Shape;474;p2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5" name="Google Shape;475;p2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76" name="Google Shape;476;p2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77" name="Google Shape;477;p2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8" name="Google Shape;478;p2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79" name="Google Shape;479;p2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80" name="Google Shape;480;p2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1" name="Google Shape;481;p2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82" name="Google Shape;482;p2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83" name="Google Shape;483;p2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84" name="Google Shape;484;p22"/>
          <p:cNvGrpSpPr/>
          <p:nvPr/>
        </p:nvGrpSpPr>
        <p:grpSpPr>
          <a:xfrm>
            <a:off x="-592558" y="-10342"/>
            <a:ext cx="7481573" cy="5159023"/>
            <a:chOff x="-592558" y="-10342"/>
            <a:chExt cx="7481573" cy="5159023"/>
          </a:xfrm>
        </p:grpSpPr>
        <p:sp>
          <p:nvSpPr>
            <p:cNvPr id="485" name="Google Shape;485;p22"/>
            <p:cNvSpPr/>
            <p:nvPr/>
          </p:nvSpPr>
          <p:spPr>
            <a:xfrm flipH="1" rot="10800000">
              <a:off x="-592558" y="-10342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2"/>
            <p:cNvSpPr/>
            <p:nvPr/>
          </p:nvSpPr>
          <p:spPr>
            <a:xfrm flipH="1" rot="10800000">
              <a:off x="5882231" y="4965151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7" name="Google Shape;487;p22"/>
          <p:cNvSpPr/>
          <p:nvPr/>
        </p:nvSpPr>
        <p:spPr>
          <a:xfrm flipH="1">
            <a:off x="6761059" y="4250475"/>
            <a:ext cx="3573015" cy="1869125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0" name="Google Shape;490;p23"/>
          <p:cNvSpPr txBox="1"/>
          <p:nvPr>
            <p:ph idx="1" type="subTitle"/>
          </p:nvPr>
        </p:nvSpPr>
        <p:spPr>
          <a:xfrm>
            <a:off x="1689126" y="176065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1" name="Google Shape;491;p23"/>
          <p:cNvSpPr txBox="1"/>
          <p:nvPr>
            <p:ph idx="2" type="subTitle"/>
          </p:nvPr>
        </p:nvSpPr>
        <p:spPr>
          <a:xfrm>
            <a:off x="5210878" y="176065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2" name="Google Shape;492;p23"/>
          <p:cNvSpPr txBox="1"/>
          <p:nvPr>
            <p:ph idx="3" type="subTitle"/>
          </p:nvPr>
        </p:nvSpPr>
        <p:spPr>
          <a:xfrm>
            <a:off x="1689126" y="334502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3" name="Google Shape;493;p23"/>
          <p:cNvSpPr txBox="1"/>
          <p:nvPr>
            <p:ph idx="4" type="subTitle"/>
          </p:nvPr>
        </p:nvSpPr>
        <p:spPr>
          <a:xfrm>
            <a:off x="5210878" y="334502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4" name="Google Shape;494;p23"/>
          <p:cNvSpPr txBox="1"/>
          <p:nvPr>
            <p:ph idx="5" type="subTitle"/>
          </p:nvPr>
        </p:nvSpPr>
        <p:spPr>
          <a:xfrm>
            <a:off x="1689126" y="145555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95" name="Google Shape;495;p23"/>
          <p:cNvSpPr txBox="1"/>
          <p:nvPr>
            <p:ph idx="6" type="subTitle"/>
          </p:nvPr>
        </p:nvSpPr>
        <p:spPr>
          <a:xfrm>
            <a:off x="1689126" y="304000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96" name="Google Shape;496;p23"/>
          <p:cNvSpPr txBox="1"/>
          <p:nvPr>
            <p:ph idx="7" type="subTitle"/>
          </p:nvPr>
        </p:nvSpPr>
        <p:spPr>
          <a:xfrm>
            <a:off x="5210851" y="145555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97" name="Google Shape;497;p23"/>
          <p:cNvSpPr txBox="1"/>
          <p:nvPr>
            <p:ph idx="8" type="subTitle"/>
          </p:nvPr>
        </p:nvSpPr>
        <p:spPr>
          <a:xfrm>
            <a:off x="5210851" y="304000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498" name="Google Shape;498;p23"/>
          <p:cNvGrpSpPr/>
          <p:nvPr/>
        </p:nvGrpSpPr>
        <p:grpSpPr>
          <a:xfrm>
            <a:off x="-1014025" y="-964868"/>
            <a:ext cx="10158024" cy="7826893"/>
            <a:chOff x="-1014025" y="-964868"/>
            <a:chExt cx="10158024" cy="7826893"/>
          </a:xfrm>
        </p:grpSpPr>
        <p:sp>
          <p:nvSpPr>
            <p:cNvPr id="499" name="Google Shape;499;p23"/>
            <p:cNvSpPr/>
            <p:nvPr/>
          </p:nvSpPr>
          <p:spPr>
            <a:xfrm rot="10800000">
              <a:off x="-1014025" y="-96486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3"/>
            <p:cNvSpPr/>
            <p:nvPr/>
          </p:nvSpPr>
          <p:spPr>
            <a:xfrm flipH="1">
              <a:off x="-213475" y="4974994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1" name="Google Shape;501;p23"/>
          <p:cNvGrpSpPr/>
          <p:nvPr/>
        </p:nvGrpSpPr>
        <p:grpSpPr>
          <a:xfrm flipH="1">
            <a:off x="-2799911" y="4184068"/>
            <a:ext cx="3894036" cy="692436"/>
            <a:chOff x="5477439" y="1590790"/>
            <a:chExt cx="3894036" cy="692436"/>
          </a:xfrm>
        </p:grpSpPr>
        <p:grpSp>
          <p:nvGrpSpPr>
            <p:cNvPr id="502" name="Google Shape;502;p23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503" name="Google Shape;503;p2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04" name="Google Shape;504;p2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5" name="Google Shape;505;p23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506" name="Google Shape;506;p23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7" name="Google Shape;507;p23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8" name="Google Shape;508;p23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509" name="Google Shape;509;p2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10" name="Google Shape;510;p2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1" name="Google Shape;511;p23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512" name="Google Shape;512;p23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13" name="Google Shape;513;p23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14" name="Google Shape;514;p23"/>
          <p:cNvSpPr/>
          <p:nvPr/>
        </p:nvSpPr>
        <p:spPr>
          <a:xfrm flipH="1" rot="10800000">
            <a:off x="7721650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5" name="Google Shape;515;p23"/>
          <p:cNvGrpSpPr/>
          <p:nvPr/>
        </p:nvGrpSpPr>
        <p:grpSpPr>
          <a:xfrm>
            <a:off x="-2689610" y="-2478031"/>
            <a:ext cx="13399307" cy="8256735"/>
            <a:chOff x="-2689610" y="-2478031"/>
            <a:chExt cx="13399307" cy="8256735"/>
          </a:xfrm>
        </p:grpSpPr>
        <p:sp>
          <p:nvSpPr>
            <p:cNvPr id="516" name="Google Shape;516;p23"/>
            <p:cNvSpPr/>
            <p:nvPr/>
          </p:nvSpPr>
          <p:spPr>
            <a:xfrm flipH="1" rot="10800000">
              <a:off x="-2689610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3"/>
            <p:cNvSpPr/>
            <p:nvPr/>
          </p:nvSpPr>
          <p:spPr>
            <a:xfrm>
              <a:off x="7904425" y="424129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0" name="Google Shape;520;p24"/>
          <p:cNvSpPr txBox="1"/>
          <p:nvPr>
            <p:ph idx="1" type="subTitle"/>
          </p:nvPr>
        </p:nvSpPr>
        <p:spPr>
          <a:xfrm>
            <a:off x="720000" y="1955324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1" name="Google Shape;521;p24"/>
          <p:cNvSpPr txBox="1"/>
          <p:nvPr>
            <p:ph idx="2" type="subTitle"/>
          </p:nvPr>
        </p:nvSpPr>
        <p:spPr>
          <a:xfrm>
            <a:off x="3392266" y="1955324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2" name="Google Shape;522;p24"/>
          <p:cNvSpPr txBox="1"/>
          <p:nvPr>
            <p:ph idx="3" type="subTitle"/>
          </p:nvPr>
        </p:nvSpPr>
        <p:spPr>
          <a:xfrm>
            <a:off x="720000" y="3833100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3" name="Google Shape;523;p24"/>
          <p:cNvSpPr txBox="1"/>
          <p:nvPr>
            <p:ph idx="4" type="subTitle"/>
          </p:nvPr>
        </p:nvSpPr>
        <p:spPr>
          <a:xfrm>
            <a:off x="3392266" y="3833100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4" name="Google Shape;524;p24"/>
          <p:cNvSpPr txBox="1"/>
          <p:nvPr>
            <p:ph idx="5" type="subTitle"/>
          </p:nvPr>
        </p:nvSpPr>
        <p:spPr>
          <a:xfrm>
            <a:off x="6064528" y="1955324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5" name="Google Shape;525;p24"/>
          <p:cNvSpPr txBox="1"/>
          <p:nvPr>
            <p:ph idx="6" type="subTitle"/>
          </p:nvPr>
        </p:nvSpPr>
        <p:spPr>
          <a:xfrm>
            <a:off x="6064528" y="3833100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6" name="Google Shape;526;p24"/>
          <p:cNvSpPr txBox="1"/>
          <p:nvPr>
            <p:ph idx="7" type="subTitle"/>
          </p:nvPr>
        </p:nvSpPr>
        <p:spPr>
          <a:xfrm>
            <a:off x="724640" y="1734325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27" name="Google Shape;527;p24"/>
          <p:cNvSpPr txBox="1"/>
          <p:nvPr>
            <p:ph idx="8" type="subTitle"/>
          </p:nvPr>
        </p:nvSpPr>
        <p:spPr>
          <a:xfrm>
            <a:off x="3396904" y="1734325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28" name="Google Shape;528;p24"/>
          <p:cNvSpPr txBox="1"/>
          <p:nvPr>
            <p:ph idx="9" type="subTitle"/>
          </p:nvPr>
        </p:nvSpPr>
        <p:spPr>
          <a:xfrm>
            <a:off x="6069165" y="1734325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29" name="Google Shape;529;p24"/>
          <p:cNvSpPr txBox="1"/>
          <p:nvPr>
            <p:ph idx="13" type="subTitle"/>
          </p:nvPr>
        </p:nvSpPr>
        <p:spPr>
          <a:xfrm>
            <a:off x="724640" y="3608903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30" name="Google Shape;530;p24"/>
          <p:cNvSpPr txBox="1"/>
          <p:nvPr>
            <p:ph idx="14" type="subTitle"/>
          </p:nvPr>
        </p:nvSpPr>
        <p:spPr>
          <a:xfrm>
            <a:off x="3396904" y="3608903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31" name="Google Shape;531;p24"/>
          <p:cNvSpPr txBox="1"/>
          <p:nvPr>
            <p:ph idx="15" type="subTitle"/>
          </p:nvPr>
        </p:nvSpPr>
        <p:spPr>
          <a:xfrm>
            <a:off x="6069165" y="3608903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532" name="Google Shape;532;p24"/>
          <p:cNvGrpSpPr/>
          <p:nvPr/>
        </p:nvGrpSpPr>
        <p:grpSpPr>
          <a:xfrm>
            <a:off x="-1764035" y="-2478031"/>
            <a:ext cx="10908034" cy="9340057"/>
            <a:chOff x="-1764035" y="-2478031"/>
            <a:chExt cx="10908034" cy="9340057"/>
          </a:xfrm>
        </p:grpSpPr>
        <p:sp>
          <p:nvSpPr>
            <p:cNvPr id="533" name="Google Shape;533;p24"/>
            <p:cNvSpPr/>
            <p:nvPr/>
          </p:nvSpPr>
          <p:spPr>
            <a:xfrm flipH="1" rot="10800000">
              <a:off x="-1764035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4"/>
            <p:cNvSpPr/>
            <p:nvPr/>
          </p:nvSpPr>
          <p:spPr>
            <a:xfrm>
              <a:off x="-213475" y="4974994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5" name="Google Shape;535;p24"/>
          <p:cNvGrpSpPr/>
          <p:nvPr/>
        </p:nvGrpSpPr>
        <p:grpSpPr>
          <a:xfrm flipH="1" rot="10800000">
            <a:off x="8041939" y="144568"/>
            <a:ext cx="3894036" cy="692436"/>
            <a:chOff x="5477439" y="1590790"/>
            <a:chExt cx="3894036" cy="692436"/>
          </a:xfrm>
        </p:grpSpPr>
        <p:grpSp>
          <p:nvGrpSpPr>
            <p:cNvPr id="536" name="Google Shape;536;p24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537" name="Google Shape;537;p24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38" name="Google Shape;538;p24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9" name="Google Shape;539;p24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540" name="Google Shape;540;p24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1" name="Google Shape;541;p24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2" name="Google Shape;542;p24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543" name="Google Shape;543;p24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44" name="Google Shape;544;p24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5" name="Google Shape;545;p24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546" name="Google Shape;546;p24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7" name="Google Shape;547;p24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8" name="Google Shape;548;p24"/>
          <p:cNvSpPr/>
          <p:nvPr/>
        </p:nvSpPr>
        <p:spPr>
          <a:xfrm rot="10800000">
            <a:off x="-876276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9" name="Google Shape;549;p24"/>
          <p:cNvGrpSpPr/>
          <p:nvPr/>
        </p:nvGrpSpPr>
        <p:grpSpPr>
          <a:xfrm>
            <a:off x="-1205775" y="-700418"/>
            <a:ext cx="11406422" cy="6958608"/>
            <a:chOff x="-1205775" y="-700418"/>
            <a:chExt cx="11406422" cy="6958608"/>
          </a:xfrm>
        </p:grpSpPr>
        <p:sp>
          <p:nvSpPr>
            <p:cNvPr id="550" name="Google Shape;550;p24"/>
            <p:cNvSpPr/>
            <p:nvPr/>
          </p:nvSpPr>
          <p:spPr>
            <a:xfrm rot="10800000">
              <a:off x="-1205775" y="-70041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7395375" y="4720782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" name="Google Shape;553;p25"/>
          <p:cNvGrpSpPr/>
          <p:nvPr/>
        </p:nvGrpSpPr>
        <p:grpSpPr>
          <a:xfrm>
            <a:off x="-810334" y="-1436216"/>
            <a:ext cx="10049270" cy="7866187"/>
            <a:chOff x="-810334" y="-1436216"/>
            <a:chExt cx="10049270" cy="7866187"/>
          </a:xfrm>
        </p:grpSpPr>
        <p:sp>
          <p:nvSpPr>
            <p:cNvPr id="554" name="Google Shape;554;p25"/>
            <p:cNvSpPr/>
            <p:nvPr/>
          </p:nvSpPr>
          <p:spPr>
            <a:xfrm rot="10800000">
              <a:off x="-56042" y="-1436216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5"/>
            <p:cNvSpPr/>
            <p:nvPr/>
          </p:nvSpPr>
          <p:spPr>
            <a:xfrm>
              <a:off x="-810334" y="4506921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5"/>
            <p:cNvSpPr/>
            <p:nvPr/>
          </p:nvSpPr>
          <p:spPr>
            <a:xfrm flipH="1">
              <a:off x="5463604" y="4588371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7" name="Google Shape;557;p25"/>
          <p:cNvGrpSpPr/>
          <p:nvPr/>
        </p:nvGrpSpPr>
        <p:grpSpPr>
          <a:xfrm>
            <a:off x="-483963" y="343842"/>
            <a:ext cx="10364069" cy="4799653"/>
            <a:chOff x="-483963" y="343842"/>
            <a:chExt cx="10364069" cy="4799653"/>
          </a:xfrm>
        </p:grpSpPr>
        <p:sp>
          <p:nvSpPr>
            <p:cNvPr id="558" name="Google Shape;558;p25"/>
            <p:cNvSpPr/>
            <p:nvPr/>
          </p:nvSpPr>
          <p:spPr>
            <a:xfrm flipH="1">
              <a:off x="-483963" y="343842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5"/>
            <p:cNvSpPr/>
            <p:nvPr/>
          </p:nvSpPr>
          <p:spPr>
            <a:xfrm>
              <a:off x="490516" y="4911500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5"/>
            <p:cNvSpPr/>
            <p:nvPr/>
          </p:nvSpPr>
          <p:spPr>
            <a:xfrm flipH="1">
              <a:off x="8647766" y="4521501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1" name="Google Shape;561;p25"/>
          <p:cNvSpPr/>
          <p:nvPr/>
        </p:nvSpPr>
        <p:spPr>
          <a:xfrm>
            <a:off x="7423987" y="-8"/>
            <a:ext cx="1006784" cy="183531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5"/>
          <p:cNvSpPr txBox="1"/>
          <p:nvPr>
            <p:ph hasCustomPrompt="1" type="title"/>
          </p:nvPr>
        </p:nvSpPr>
        <p:spPr>
          <a:xfrm>
            <a:off x="3365094" y="876275"/>
            <a:ext cx="37542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63" name="Google Shape;563;p25"/>
          <p:cNvSpPr txBox="1"/>
          <p:nvPr>
            <p:ph idx="1" type="subTitle"/>
          </p:nvPr>
        </p:nvSpPr>
        <p:spPr>
          <a:xfrm>
            <a:off x="3365094" y="1492766"/>
            <a:ext cx="37542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4" name="Google Shape;564;p25"/>
          <p:cNvSpPr txBox="1"/>
          <p:nvPr>
            <p:ph hasCustomPrompt="1" idx="2" type="title"/>
          </p:nvPr>
        </p:nvSpPr>
        <p:spPr>
          <a:xfrm>
            <a:off x="3365094" y="2041118"/>
            <a:ext cx="37542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65" name="Google Shape;565;p25"/>
          <p:cNvSpPr txBox="1"/>
          <p:nvPr>
            <p:ph idx="3" type="subTitle"/>
          </p:nvPr>
        </p:nvSpPr>
        <p:spPr>
          <a:xfrm>
            <a:off x="3365094" y="2654570"/>
            <a:ext cx="37542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6" name="Google Shape;566;p25"/>
          <p:cNvSpPr txBox="1"/>
          <p:nvPr>
            <p:ph hasCustomPrompt="1" idx="4" type="title"/>
          </p:nvPr>
        </p:nvSpPr>
        <p:spPr>
          <a:xfrm>
            <a:off x="3365094" y="3205961"/>
            <a:ext cx="37542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67" name="Google Shape;567;p25"/>
          <p:cNvSpPr txBox="1"/>
          <p:nvPr>
            <p:ph idx="5" type="subTitle"/>
          </p:nvPr>
        </p:nvSpPr>
        <p:spPr>
          <a:xfrm>
            <a:off x="3365094" y="3816373"/>
            <a:ext cx="37542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568" name="Google Shape;568;p25"/>
          <p:cNvGrpSpPr/>
          <p:nvPr/>
        </p:nvGrpSpPr>
        <p:grpSpPr>
          <a:xfrm>
            <a:off x="-955172" y="-1359417"/>
            <a:ext cx="11011936" cy="8170456"/>
            <a:chOff x="-955172" y="-1359417"/>
            <a:chExt cx="11011936" cy="8170456"/>
          </a:xfrm>
        </p:grpSpPr>
        <p:sp>
          <p:nvSpPr>
            <p:cNvPr id="569" name="Google Shape;569;p25"/>
            <p:cNvSpPr/>
            <p:nvPr/>
          </p:nvSpPr>
          <p:spPr>
            <a:xfrm flipH="1" rot="10800000">
              <a:off x="-955172" y="-1359417"/>
              <a:ext cx="2979895" cy="175781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5"/>
            <p:cNvSpPr/>
            <p:nvPr/>
          </p:nvSpPr>
          <p:spPr>
            <a:xfrm flipH="1">
              <a:off x="5718529" y="4734383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5"/>
            <p:cNvSpPr/>
            <p:nvPr/>
          </p:nvSpPr>
          <p:spPr>
            <a:xfrm flipH="1" rot="10800000">
              <a:off x="7251492" y="-83652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5"/>
            <p:cNvSpPr/>
            <p:nvPr/>
          </p:nvSpPr>
          <p:spPr>
            <a:xfrm flipH="1">
              <a:off x="-718483" y="474047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3" name="Google Shape;573;p25"/>
          <p:cNvGrpSpPr/>
          <p:nvPr/>
        </p:nvGrpSpPr>
        <p:grpSpPr>
          <a:xfrm>
            <a:off x="-3334299" y="835002"/>
            <a:ext cx="14148600" cy="3523278"/>
            <a:chOff x="-3334299" y="835002"/>
            <a:chExt cx="14148600" cy="3523278"/>
          </a:xfrm>
        </p:grpSpPr>
        <p:grpSp>
          <p:nvGrpSpPr>
            <p:cNvPr id="574" name="Google Shape;574;p25"/>
            <p:cNvGrpSpPr/>
            <p:nvPr/>
          </p:nvGrpSpPr>
          <p:grpSpPr>
            <a:xfrm flipH="1">
              <a:off x="7517900" y="835002"/>
              <a:ext cx="3296400" cy="703085"/>
              <a:chOff x="-12" y="3628590"/>
              <a:chExt cx="3296400" cy="703085"/>
            </a:xfrm>
          </p:grpSpPr>
          <p:grpSp>
            <p:nvGrpSpPr>
              <p:cNvPr id="575" name="Google Shape;575;p25"/>
              <p:cNvGrpSpPr/>
              <p:nvPr/>
            </p:nvGrpSpPr>
            <p:grpSpPr>
              <a:xfrm>
                <a:off x="854867" y="39966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576" name="Google Shape;576;p25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77" name="Google Shape;577;p25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78" name="Google Shape;578;p25"/>
              <p:cNvGrpSpPr/>
              <p:nvPr/>
            </p:nvGrpSpPr>
            <p:grpSpPr>
              <a:xfrm>
                <a:off x="518420" y="4195487"/>
                <a:ext cx="1561280" cy="136187"/>
                <a:chOff x="1754675" y="2824000"/>
                <a:chExt cx="4728285" cy="412439"/>
              </a:xfrm>
            </p:grpSpPr>
            <p:sp>
              <p:nvSpPr>
                <p:cNvPr id="579" name="Google Shape;579;p25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rect b="b" l="l" r="r" t="t"/>
                  <a:pathLst>
                    <a:path extrusionOk="0" h="5994" w="7755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80" name="Google Shape;580;p25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81" name="Google Shape;581;p25"/>
              <p:cNvGrpSpPr/>
              <p:nvPr/>
            </p:nvGrpSpPr>
            <p:grpSpPr>
              <a:xfrm>
                <a:off x="226304" y="37648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582" name="Google Shape;582;p25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83" name="Google Shape;583;p25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84" name="Google Shape;584;p25"/>
              <p:cNvGrpSpPr/>
              <p:nvPr/>
            </p:nvGrpSpPr>
            <p:grpSpPr>
              <a:xfrm>
                <a:off x="-12" y="36285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585" name="Google Shape;585;p25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86" name="Google Shape;586;p25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87" name="Google Shape;587;p25"/>
            <p:cNvGrpSpPr/>
            <p:nvPr/>
          </p:nvGrpSpPr>
          <p:grpSpPr>
            <a:xfrm flipH="1">
              <a:off x="-3334299" y="3816365"/>
              <a:ext cx="4555892" cy="541915"/>
              <a:chOff x="5950034" y="3380465"/>
              <a:chExt cx="4555892" cy="541915"/>
            </a:xfrm>
          </p:grpSpPr>
          <p:grpSp>
            <p:nvGrpSpPr>
              <p:cNvPr id="588" name="Google Shape;588;p25"/>
              <p:cNvGrpSpPr/>
              <p:nvPr/>
            </p:nvGrpSpPr>
            <p:grpSpPr>
              <a:xfrm rot="10800000">
                <a:off x="5950034" y="3380473"/>
                <a:ext cx="2877996" cy="223763"/>
                <a:chOff x="1748550" y="2064750"/>
                <a:chExt cx="3573375" cy="277863"/>
              </a:xfrm>
            </p:grpSpPr>
            <p:sp>
              <p:nvSpPr>
                <p:cNvPr id="589" name="Google Shape;589;p25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90" name="Google Shape;590;p25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1" name="Google Shape;591;p25"/>
              <p:cNvGrpSpPr/>
              <p:nvPr/>
            </p:nvGrpSpPr>
            <p:grpSpPr>
              <a:xfrm rot="10800000">
                <a:off x="6396949" y="3536010"/>
                <a:ext cx="2430997" cy="185534"/>
                <a:chOff x="1748547" y="1392116"/>
                <a:chExt cx="5911958" cy="451312"/>
              </a:xfrm>
            </p:grpSpPr>
            <p:sp>
              <p:nvSpPr>
                <p:cNvPr id="592" name="Google Shape;592;p25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93" name="Google Shape;593;p25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4" name="Google Shape;594;p25"/>
              <p:cNvGrpSpPr/>
              <p:nvPr/>
            </p:nvGrpSpPr>
            <p:grpSpPr>
              <a:xfrm rot="10800000">
                <a:off x="6906834" y="3876719"/>
                <a:ext cx="3140396" cy="45661"/>
                <a:chOff x="234768" y="1449263"/>
                <a:chExt cx="3899175" cy="56700"/>
              </a:xfrm>
            </p:grpSpPr>
            <p:cxnSp>
              <p:nvCxnSpPr>
                <p:cNvPr id="595" name="Google Shape;595;p25"/>
                <p:cNvCxnSpPr/>
                <p:nvPr/>
              </p:nvCxnSpPr>
              <p:spPr>
                <a:xfrm>
                  <a:off x="234768" y="1477625"/>
                  <a:ext cx="3846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96" name="Google Shape;596;p25"/>
                <p:cNvSpPr/>
                <p:nvPr/>
              </p:nvSpPr>
              <p:spPr>
                <a:xfrm>
                  <a:off x="4077243" y="1449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7" name="Google Shape;597;p25"/>
              <p:cNvGrpSpPr/>
              <p:nvPr/>
            </p:nvGrpSpPr>
            <p:grpSpPr>
              <a:xfrm flipH="1">
                <a:off x="7495622" y="3380465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598" name="Google Shape;598;p25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99" name="Google Shape;599;p25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1" name="Google Shape;601;p26"/>
          <p:cNvGrpSpPr/>
          <p:nvPr/>
        </p:nvGrpSpPr>
        <p:grpSpPr>
          <a:xfrm flipH="1">
            <a:off x="-254387" y="-883043"/>
            <a:ext cx="10284849" cy="7556893"/>
            <a:chOff x="-1900475" y="-883043"/>
            <a:chExt cx="10284849" cy="7556893"/>
          </a:xfrm>
        </p:grpSpPr>
        <p:sp>
          <p:nvSpPr>
            <p:cNvPr id="602" name="Google Shape;602;p26"/>
            <p:cNvSpPr/>
            <p:nvPr/>
          </p:nvSpPr>
          <p:spPr>
            <a:xfrm rot="10800000">
              <a:off x="-1900475" y="-883043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3" name="Google Shape;603;p26"/>
            <p:cNvSpPr/>
            <p:nvPr/>
          </p:nvSpPr>
          <p:spPr>
            <a:xfrm flipH="1">
              <a:off x="-973100" y="4786819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04" name="Google Shape;604;p26"/>
          <p:cNvSpPr/>
          <p:nvPr/>
        </p:nvSpPr>
        <p:spPr>
          <a:xfrm rot="10800000">
            <a:off x="-308364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05" name="Google Shape;605;p26"/>
          <p:cNvGrpSpPr/>
          <p:nvPr/>
        </p:nvGrpSpPr>
        <p:grpSpPr>
          <a:xfrm>
            <a:off x="-1129385" y="-2478031"/>
            <a:ext cx="12010982" cy="8673260"/>
            <a:chOff x="-1129385" y="-2478031"/>
            <a:chExt cx="12010982" cy="8673260"/>
          </a:xfrm>
        </p:grpSpPr>
        <p:sp>
          <p:nvSpPr>
            <p:cNvPr id="606" name="Google Shape;606;p26"/>
            <p:cNvSpPr/>
            <p:nvPr/>
          </p:nvSpPr>
          <p:spPr>
            <a:xfrm rot="10800000">
              <a:off x="5766190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7" name="Google Shape;607;p26"/>
            <p:cNvSpPr/>
            <p:nvPr/>
          </p:nvSpPr>
          <p:spPr>
            <a:xfrm flipH="1">
              <a:off x="-1129385" y="465782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08" name="Google Shape;608;p26"/>
          <p:cNvGrpSpPr/>
          <p:nvPr/>
        </p:nvGrpSpPr>
        <p:grpSpPr>
          <a:xfrm>
            <a:off x="-1765037" y="118040"/>
            <a:ext cx="3296400" cy="703085"/>
            <a:chOff x="-12" y="3628590"/>
            <a:chExt cx="3296400" cy="703085"/>
          </a:xfrm>
        </p:grpSpPr>
        <p:grpSp>
          <p:nvGrpSpPr>
            <p:cNvPr id="609" name="Google Shape;609;p26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10" name="Google Shape;610;p2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1" name="Google Shape;611;p2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2" name="Google Shape;612;p26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13" name="Google Shape;613;p2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14" name="Google Shape;614;p2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5" name="Google Shape;615;p26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16" name="Google Shape;616;p2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17" name="Google Shape;617;p2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8" name="Google Shape;618;p26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19" name="Google Shape;619;p2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0" name="Google Shape;620;p2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21" name="Google Shape;621;p26"/>
          <p:cNvSpPr txBox="1"/>
          <p:nvPr>
            <p:ph hasCustomPrompt="1" type="title"/>
          </p:nvPr>
        </p:nvSpPr>
        <p:spPr>
          <a:xfrm>
            <a:off x="1531375" y="1785550"/>
            <a:ext cx="987600" cy="40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22" name="Google Shape;622;p26"/>
          <p:cNvSpPr txBox="1"/>
          <p:nvPr>
            <p:ph idx="1" type="subTitle"/>
          </p:nvPr>
        </p:nvSpPr>
        <p:spPr>
          <a:xfrm>
            <a:off x="938500" y="3813800"/>
            <a:ext cx="21732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3" name="Google Shape;623;p26"/>
          <p:cNvSpPr txBox="1"/>
          <p:nvPr>
            <p:ph idx="2" type="subTitle"/>
          </p:nvPr>
        </p:nvSpPr>
        <p:spPr>
          <a:xfrm>
            <a:off x="938500" y="3479925"/>
            <a:ext cx="21732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624" name="Google Shape;624;p26"/>
          <p:cNvSpPr txBox="1"/>
          <p:nvPr>
            <p:ph hasCustomPrompt="1" idx="3" type="title"/>
          </p:nvPr>
        </p:nvSpPr>
        <p:spPr>
          <a:xfrm>
            <a:off x="4078200" y="1785550"/>
            <a:ext cx="987600" cy="40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25" name="Google Shape;625;p26"/>
          <p:cNvSpPr txBox="1"/>
          <p:nvPr>
            <p:ph idx="4" type="subTitle"/>
          </p:nvPr>
        </p:nvSpPr>
        <p:spPr>
          <a:xfrm>
            <a:off x="3485400" y="3813800"/>
            <a:ext cx="21732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6" name="Google Shape;626;p26"/>
          <p:cNvSpPr txBox="1"/>
          <p:nvPr>
            <p:ph idx="5" type="subTitle"/>
          </p:nvPr>
        </p:nvSpPr>
        <p:spPr>
          <a:xfrm>
            <a:off x="3485400" y="3479925"/>
            <a:ext cx="21732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627" name="Google Shape;627;p26"/>
          <p:cNvSpPr txBox="1"/>
          <p:nvPr>
            <p:ph hasCustomPrompt="1" idx="6" type="title"/>
          </p:nvPr>
        </p:nvSpPr>
        <p:spPr>
          <a:xfrm>
            <a:off x="6625100" y="1785550"/>
            <a:ext cx="987600" cy="40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28" name="Google Shape;628;p26"/>
          <p:cNvSpPr txBox="1"/>
          <p:nvPr>
            <p:ph idx="7" type="subTitle"/>
          </p:nvPr>
        </p:nvSpPr>
        <p:spPr>
          <a:xfrm>
            <a:off x="6032300" y="3813800"/>
            <a:ext cx="21732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9" name="Google Shape;629;p26"/>
          <p:cNvSpPr txBox="1"/>
          <p:nvPr>
            <p:ph idx="8" type="subTitle"/>
          </p:nvPr>
        </p:nvSpPr>
        <p:spPr>
          <a:xfrm>
            <a:off x="6032300" y="3479925"/>
            <a:ext cx="21732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630" name="Google Shape;630;p26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633" name="Google Shape;633;p27"/>
          <p:cNvGrpSpPr/>
          <p:nvPr/>
        </p:nvGrpSpPr>
        <p:grpSpPr>
          <a:xfrm flipH="1" rot="10800000">
            <a:off x="7632084" y="158865"/>
            <a:ext cx="3010303" cy="380635"/>
            <a:chOff x="5446772" y="1743190"/>
            <a:chExt cx="3010303" cy="380635"/>
          </a:xfrm>
        </p:grpSpPr>
        <p:grpSp>
          <p:nvGrpSpPr>
            <p:cNvPr id="634" name="Google Shape;634;p27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635" name="Google Shape;635;p2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36" name="Google Shape;636;p2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37" name="Google Shape;637;p27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638" name="Google Shape;638;p2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39" name="Google Shape;639;p2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0" name="Google Shape;640;p27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641" name="Google Shape;641;p2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42" name="Google Shape;642;p2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43" name="Google Shape;643;p27"/>
          <p:cNvGrpSpPr/>
          <p:nvPr/>
        </p:nvGrpSpPr>
        <p:grpSpPr>
          <a:xfrm>
            <a:off x="-201828" y="-265593"/>
            <a:ext cx="9294978" cy="6913322"/>
            <a:chOff x="-201828" y="-265593"/>
            <a:chExt cx="9294978" cy="6913322"/>
          </a:xfrm>
        </p:grpSpPr>
        <p:sp>
          <p:nvSpPr>
            <p:cNvPr id="644" name="Google Shape;644;p27"/>
            <p:cNvSpPr/>
            <p:nvPr/>
          </p:nvSpPr>
          <p:spPr>
            <a:xfrm>
              <a:off x="-201828" y="473633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7"/>
            <p:cNvSpPr/>
            <p:nvPr/>
          </p:nvSpPr>
          <p:spPr>
            <a:xfrm flipH="1" rot="10800000">
              <a:off x="-163643" y="-265593"/>
              <a:ext cx="1539180" cy="805095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6" name="Google Shape;646;p27"/>
          <p:cNvSpPr/>
          <p:nvPr/>
        </p:nvSpPr>
        <p:spPr>
          <a:xfrm flipH="1" rot="10800000">
            <a:off x="8818850" y="4058484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7"/>
          <p:cNvSpPr/>
          <p:nvPr/>
        </p:nvSpPr>
        <p:spPr>
          <a:xfrm>
            <a:off x="7371025" y="4230050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oogle Shape;649;p28"/>
          <p:cNvGrpSpPr/>
          <p:nvPr/>
        </p:nvGrpSpPr>
        <p:grpSpPr>
          <a:xfrm>
            <a:off x="-1199871" y="-1359417"/>
            <a:ext cx="10183874" cy="7869675"/>
            <a:chOff x="-1199871" y="-1359417"/>
            <a:chExt cx="10183874" cy="7869675"/>
          </a:xfrm>
        </p:grpSpPr>
        <p:grpSp>
          <p:nvGrpSpPr>
            <p:cNvPr id="650" name="Google Shape;650;p28"/>
            <p:cNvGrpSpPr/>
            <p:nvPr/>
          </p:nvGrpSpPr>
          <p:grpSpPr>
            <a:xfrm>
              <a:off x="-955172" y="-1359417"/>
              <a:ext cx="9939175" cy="7789388"/>
              <a:chOff x="-955172" y="-1359417"/>
              <a:chExt cx="9939175" cy="7789388"/>
            </a:xfrm>
          </p:grpSpPr>
          <p:sp>
            <p:nvSpPr>
              <p:cNvPr id="651" name="Google Shape;651;p28"/>
              <p:cNvSpPr/>
              <p:nvPr/>
            </p:nvSpPr>
            <p:spPr>
              <a:xfrm flipH="1">
                <a:off x="5463604" y="4588371"/>
                <a:ext cx="3520399" cy="1841600"/>
              </a:xfrm>
              <a:custGeom>
                <a:rect b="b" l="l" r="r" t="t"/>
                <a:pathLst>
                  <a:path extrusionOk="0" h="33981" w="64958">
                    <a:moveTo>
                      <a:pt x="1" y="0"/>
                    </a:moveTo>
                    <a:lnTo>
                      <a:pt x="1" y="33831"/>
                    </a:lnTo>
                    <a:lnTo>
                      <a:pt x="64957" y="33980"/>
                    </a:lnTo>
                    <a:lnTo>
                      <a:pt x="64957" y="33980"/>
                    </a:lnTo>
                    <a:lnTo>
                      <a:pt x="30991" y="0"/>
                    </a:lnTo>
                    <a:close/>
                  </a:path>
                </a:pathLst>
              </a:custGeom>
              <a:solidFill>
                <a:srgbClr val="000000">
                  <a:alpha val="8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28"/>
              <p:cNvSpPr/>
              <p:nvPr/>
            </p:nvSpPr>
            <p:spPr>
              <a:xfrm flipH="1" rot="10800000">
                <a:off x="-955172" y="-1359417"/>
                <a:ext cx="2979895" cy="1757817"/>
              </a:xfrm>
              <a:custGeom>
                <a:rect b="b" l="l" r="r" t="t"/>
                <a:pathLst>
                  <a:path extrusionOk="0" h="65842" w="111617">
                    <a:moveTo>
                      <a:pt x="0" y="0"/>
                    </a:moveTo>
                    <a:lnTo>
                      <a:pt x="0" y="65842"/>
                    </a:lnTo>
                    <a:lnTo>
                      <a:pt x="111616" y="65842"/>
                    </a:lnTo>
                    <a:lnTo>
                      <a:pt x="111616" y="17621"/>
                    </a:lnTo>
                    <a:lnTo>
                      <a:pt x="97436" y="17621"/>
                    </a:lnTo>
                    <a:lnTo>
                      <a:pt x="85702" y="6053"/>
                    </a:lnTo>
                    <a:lnTo>
                      <a:pt x="52864" y="6053"/>
                    </a:lnTo>
                    <a:lnTo>
                      <a:pt x="46811" y="0"/>
                    </a:lnTo>
                    <a:close/>
                  </a:path>
                </a:pathLst>
              </a:custGeom>
              <a:solidFill>
                <a:srgbClr val="000000">
                  <a:alpha val="8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53" name="Google Shape;653;p28"/>
            <p:cNvSpPr/>
            <p:nvPr/>
          </p:nvSpPr>
          <p:spPr>
            <a:xfrm>
              <a:off x="-1199871" y="4668658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4" name="Google Shape;654;p28"/>
          <p:cNvSpPr/>
          <p:nvPr/>
        </p:nvSpPr>
        <p:spPr>
          <a:xfrm flipH="1">
            <a:off x="8647766" y="4521501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5" name="Google Shape;655;p28"/>
          <p:cNvGrpSpPr/>
          <p:nvPr/>
        </p:nvGrpSpPr>
        <p:grpSpPr>
          <a:xfrm flipH="1" rot="10800000">
            <a:off x="-1576500" y="4252465"/>
            <a:ext cx="3296400" cy="703085"/>
            <a:chOff x="-12" y="3628590"/>
            <a:chExt cx="3296400" cy="703085"/>
          </a:xfrm>
        </p:grpSpPr>
        <p:grpSp>
          <p:nvGrpSpPr>
            <p:cNvPr id="656" name="Google Shape;656;p28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57" name="Google Shape;657;p28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8" name="Google Shape;658;p28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9" name="Google Shape;659;p28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60" name="Google Shape;660;p28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61" name="Google Shape;661;p28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2" name="Google Shape;662;p28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63" name="Google Shape;663;p28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64" name="Google Shape;664;p28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5" name="Google Shape;665;p28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66" name="Google Shape;666;p2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7" name="Google Shape;667;p2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68" name="Google Shape;668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9" name="Google Shape;669;p28"/>
          <p:cNvSpPr/>
          <p:nvPr/>
        </p:nvSpPr>
        <p:spPr>
          <a:xfrm flipH="1">
            <a:off x="5718529" y="4734383"/>
            <a:ext cx="3520400" cy="2076657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1_1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72" name="Google Shape;672;p29"/>
          <p:cNvSpPr/>
          <p:nvPr/>
        </p:nvSpPr>
        <p:spPr>
          <a:xfrm>
            <a:off x="6422716" y="-11537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9"/>
          <p:cNvSpPr/>
          <p:nvPr/>
        </p:nvSpPr>
        <p:spPr>
          <a:xfrm rot="10800000">
            <a:off x="6549401" y="-1824231"/>
            <a:ext cx="4007050" cy="2363728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4" name="Google Shape;674;p29"/>
          <p:cNvGrpSpPr/>
          <p:nvPr/>
        </p:nvGrpSpPr>
        <p:grpSpPr>
          <a:xfrm>
            <a:off x="-1690350" y="187965"/>
            <a:ext cx="3296400" cy="703085"/>
            <a:chOff x="-12" y="3628590"/>
            <a:chExt cx="3296400" cy="703085"/>
          </a:xfrm>
        </p:grpSpPr>
        <p:grpSp>
          <p:nvGrpSpPr>
            <p:cNvPr id="675" name="Google Shape;675;p29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76" name="Google Shape;676;p29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7" name="Google Shape;677;p29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8" name="Google Shape;678;p29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79" name="Google Shape;679;p29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80" name="Google Shape;680;p29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1" name="Google Shape;681;p29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82" name="Google Shape;682;p29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83" name="Google Shape;683;p29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4" name="Google Shape;684;p29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85" name="Google Shape;685;p29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86" name="Google Shape;686;p29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87" name="Google Shape;687;p29"/>
          <p:cNvGrpSpPr/>
          <p:nvPr/>
        </p:nvGrpSpPr>
        <p:grpSpPr>
          <a:xfrm>
            <a:off x="-2028096" y="-665229"/>
            <a:ext cx="5371751" cy="7430144"/>
            <a:chOff x="-2028096" y="-665229"/>
            <a:chExt cx="5371751" cy="7430144"/>
          </a:xfrm>
        </p:grpSpPr>
        <p:sp>
          <p:nvSpPr>
            <p:cNvPr id="688" name="Google Shape;688;p29"/>
            <p:cNvSpPr/>
            <p:nvPr/>
          </p:nvSpPr>
          <p:spPr>
            <a:xfrm>
              <a:off x="-176746" y="4688258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9"/>
            <p:cNvSpPr/>
            <p:nvPr/>
          </p:nvSpPr>
          <p:spPr>
            <a:xfrm flipH="1" rot="10800000">
              <a:off x="-2028096" y="-665229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1" name="Google Shape;691;p30"/>
          <p:cNvGrpSpPr/>
          <p:nvPr/>
        </p:nvGrpSpPr>
        <p:grpSpPr>
          <a:xfrm>
            <a:off x="-1206796" y="-728442"/>
            <a:ext cx="11075673" cy="7393347"/>
            <a:chOff x="-1206796" y="-728442"/>
            <a:chExt cx="11075673" cy="7393347"/>
          </a:xfrm>
        </p:grpSpPr>
        <p:sp>
          <p:nvSpPr>
            <p:cNvPr id="692" name="Google Shape;692;p30"/>
            <p:cNvSpPr/>
            <p:nvPr/>
          </p:nvSpPr>
          <p:spPr>
            <a:xfrm flipH="1" rot="10800000">
              <a:off x="-1206796" y="-728442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0"/>
            <p:cNvSpPr/>
            <p:nvPr/>
          </p:nvSpPr>
          <p:spPr>
            <a:xfrm rot="10800000">
              <a:off x="7640980" y="-385"/>
              <a:ext cx="2227897" cy="1165463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0"/>
            <p:cNvSpPr/>
            <p:nvPr/>
          </p:nvSpPr>
          <p:spPr>
            <a:xfrm>
              <a:off x="-150967" y="4753509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5" name="Google Shape;695;p30"/>
          <p:cNvGrpSpPr/>
          <p:nvPr/>
        </p:nvGrpSpPr>
        <p:grpSpPr>
          <a:xfrm>
            <a:off x="-460988" y="5"/>
            <a:ext cx="8180159" cy="5143491"/>
            <a:chOff x="-460988" y="5"/>
            <a:chExt cx="8180159" cy="5143491"/>
          </a:xfrm>
        </p:grpSpPr>
        <p:sp>
          <p:nvSpPr>
            <p:cNvPr id="696" name="Google Shape;696;p30"/>
            <p:cNvSpPr/>
            <p:nvPr/>
          </p:nvSpPr>
          <p:spPr>
            <a:xfrm>
              <a:off x="6712387" y="5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7" name="Google Shape;697;p30"/>
            <p:cNvGrpSpPr/>
            <p:nvPr/>
          </p:nvGrpSpPr>
          <p:grpSpPr>
            <a:xfrm>
              <a:off x="-460988" y="447730"/>
              <a:ext cx="7721994" cy="4695766"/>
              <a:chOff x="-460988" y="447730"/>
              <a:chExt cx="7721994" cy="4695766"/>
            </a:xfrm>
          </p:grpSpPr>
          <p:sp>
            <p:nvSpPr>
              <p:cNvPr id="698" name="Google Shape;698;p30"/>
              <p:cNvSpPr/>
              <p:nvPr/>
            </p:nvSpPr>
            <p:spPr>
              <a:xfrm flipH="1">
                <a:off x="-460988" y="447730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99" name="Google Shape;699;p30"/>
              <p:cNvGrpSpPr/>
              <p:nvPr/>
            </p:nvGrpSpPr>
            <p:grpSpPr>
              <a:xfrm>
                <a:off x="117004" y="4911501"/>
                <a:ext cx="7144003" cy="231995"/>
                <a:chOff x="117004" y="4911501"/>
                <a:chExt cx="7144003" cy="231995"/>
              </a:xfrm>
            </p:grpSpPr>
            <p:sp>
              <p:nvSpPr>
                <p:cNvPr id="700" name="Google Shape;700;p30"/>
                <p:cNvSpPr/>
                <p:nvPr/>
              </p:nvSpPr>
              <p:spPr>
                <a:xfrm>
                  <a:off x="117004" y="4911501"/>
                  <a:ext cx="1232340" cy="231995"/>
                </a:xfrm>
                <a:custGeom>
                  <a:rect b="b" l="l" r="r" t="t"/>
                  <a:pathLst>
                    <a:path extrusionOk="0" h="4203" w="22325">
                      <a:moveTo>
                        <a:pt x="0" y="0"/>
                      </a:moveTo>
                      <a:lnTo>
                        <a:pt x="4191" y="4191"/>
                      </a:lnTo>
                      <a:lnTo>
                        <a:pt x="22325" y="4202"/>
                      </a:lnTo>
                      <a:lnTo>
                        <a:pt x="1813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1" name="Google Shape;701;p30"/>
                <p:cNvSpPr/>
                <p:nvPr/>
              </p:nvSpPr>
              <p:spPr>
                <a:xfrm flipH="1">
                  <a:off x="6028666" y="4911501"/>
                  <a:ext cx="1232340" cy="231995"/>
                </a:xfrm>
                <a:custGeom>
                  <a:rect b="b" l="l" r="r" t="t"/>
                  <a:pathLst>
                    <a:path extrusionOk="0" h="4203" w="22325">
                      <a:moveTo>
                        <a:pt x="0" y="0"/>
                      </a:moveTo>
                      <a:lnTo>
                        <a:pt x="4191" y="4191"/>
                      </a:lnTo>
                      <a:lnTo>
                        <a:pt x="22325" y="4202"/>
                      </a:lnTo>
                      <a:lnTo>
                        <a:pt x="1813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702" name="Google Shape;702;p30"/>
          <p:cNvGrpSpPr/>
          <p:nvPr/>
        </p:nvGrpSpPr>
        <p:grpSpPr>
          <a:xfrm>
            <a:off x="-1206808" y="-1311142"/>
            <a:ext cx="12598531" cy="8806268"/>
            <a:chOff x="-1206808" y="-1311142"/>
            <a:chExt cx="12598531" cy="8806268"/>
          </a:xfrm>
        </p:grpSpPr>
        <p:sp>
          <p:nvSpPr>
            <p:cNvPr id="703" name="Google Shape;703;p30"/>
            <p:cNvSpPr/>
            <p:nvPr/>
          </p:nvSpPr>
          <p:spPr>
            <a:xfrm flipH="1" rot="10800000">
              <a:off x="-563672" y="-1311142"/>
              <a:ext cx="2979895" cy="175781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0"/>
            <p:cNvSpPr/>
            <p:nvPr/>
          </p:nvSpPr>
          <p:spPr>
            <a:xfrm flipH="1">
              <a:off x="6490621" y="4604004"/>
              <a:ext cx="4901102" cy="2891122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0"/>
            <p:cNvSpPr/>
            <p:nvPr/>
          </p:nvSpPr>
          <p:spPr>
            <a:xfrm flipH="1" rot="10800000">
              <a:off x="6338717" y="-9979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0"/>
            <p:cNvSpPr/>
            <p:nvPr/>
          </p:nvSpPr>
          <p:spPr>
            <a:xfrm flipH="1">
              <a:off x="-1206808" y="438625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7" name="Google Shape;707;p30"/>
          <p:cNvSpPr txBox="1"/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08" name="Google Shape;708;p30"/>
          <p:cNvSpPr txBox="1"/>
          <p:nvPr>
            <p:ph idx="1" type="subTitle"/>
          </p:nvPr>
        </p:nvSpPr>
        <p:spPr>
          <a:xfrm>
            <a:off x="2347900" y="1571825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9" name="Google Shape;709;p30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b="1" sz="1000" u="sng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1"/>
          <p:cNvGrpSpPr/>
          <p:nvPr/>
        </p:nvGrpSpPr>
        <p:grpSpPr>
          <a:xfrm rot="10800000">
            <a:off x="-1889528" y="158865"/>
            <a:ext cx="3010303" cy="380635"/>
            <a:chOff x="5446772" y="1743190"/>
            <a:chExt cx="3010303" cy="380635"/>
          </a:xfrm>
        </p:grpSpPr>
        <p:grpSp>
          <p:nvGrpSpPr>
            <p:cNvPr id="712" name="Google Shape;712;p31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713" name="Google Shape;713;p3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4" name="Google Shape;714;p3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5" name="Google Shape;715;p31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716" name="Google Shape;716;p3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17" name="Google Shape;717;p3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8" name="Google Shape;718;p31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719" name="Google Shape;719;p3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0" name="Google Shape;720;p3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21" name="Google Shape;721;p31"/>
          <p:cNvGrpSpPr/>
          <p:nvPr/>
        </p:nvGrpSpPr>
        <p:grpSpPr>
          <a:xfrm flipH="1">
            <a:off x="1347409" y="-265593"/>
            <a:ext cx="9294978" cy="6913322"/>
            <a:chOff x="-201828" y="-265593"/>
            <a:chExt cx="9294978" cy="6913322"/>
          </a:xfrm>
        </p:grpSpPr>
        <p:sp>
          <p:nvSpPr>
            <p:cNvPr id="722" name="Google Shape;722;p31"/>
            <p:cNvSpPr/>
            <p:nvPr/>
          </p:nvSpPr>
          <p:spPr>
            <a:xfrm>
              <a:off x="-201828" y="473633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 flipH="1" rot="10800000">
              <a:off x="1175807" y="-265593"/>
              <a:ext cx="1539180" cy="805095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4" name="Google Shape;724;p31"/>
          <p:cNvSpPr/>
          <p:nvPr/>
        </p:nvSpPr>
        <p:spPr>
          <a:xfrm rot="10800000">
            <a:off x="794659" y="4876484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1"/>
          <p:cNvSpPr/>
          <p:nvPr/>
        </p:nvSpPr>
        <p:spPr>
          <a:xfrm flipH="1">
            <a:off x="-561113" y="4230050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32"/>
          <p:cNvGrpSpPr/>
          <p:nvPr/>
        </p:nvGrpSpPr>
        <p:grpSpPr>
          <a:xfrm flipH="1">
            <a:off x="-2028096" y="-1770656"/>
            <a:ext cx="4007050" cy="2363739"/>
            <a:chOff x="6549401" y="-1824231"/>
            <a:chExt cx="4007050" cy="2363739"/>
          </a:xfrm>
        </p:grpSpPr>
        <p:sp>
          <p:nvSpPr>
            <p:cNvPr id="728" name="Google Shape;728;p32"/>
            <p:cNvSpPr/>
            <p:nvPr/>
          </p:nvSpPr>
          <p:spPr>
            <a:xfrm>
              <a:off x="7695191" y="307513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 rot="10800000">
              <a:off x="6549401" y="-1824231"/>
              <a:ext cx="4007050" cy="2363728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0" name="Google Shape;730;p32"/>
          <p:cNvGrpSpPr/>
          <p:nvPr/>
        </p:nvGrpSpPr>
        <p:grpSpPr>
          <a:xfrm flipH="1">
            <a:off x="7391104" y="241540"/>
            <a:ext cx="3296400" cy="703085"/>
            <a:chOff x="-12" y="3628590"/>
            <a:chExt cx="3296400" cy="703085"/>
          </a:xfrm>
        </p:grpSpPr>
        <p:grpSp>
          <p:nvGrpSpPr>
            <p:cNvPr id="731" name="Google Shape;731;p3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732" name="Google Shape;732;p3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3" name="Google Shape;733;p3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4" name="Google Shape;734;p3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735" name="Google Shape;735;p3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36" name="Google Shape;736;p3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7" name="Google Shape;737;p3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738" name="Google Shape;738;p3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39" name="Google Shape;739;p3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0" name="Google Shape;740;p3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741" name="Google Shape;741;p3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2" name="Google Shape;742;p3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43" name="Google Shape;743;p32"/>
          <p:cNvGrpSpPr/>
          <p:nvPr/>
        </p:nvGrpSpPr>
        <p:grpSpPr>
          <a:xfrm flipH="1">
            <a:off x="-1341650" y="-685669"/>
            <a:ext cx="10751988" cy="7671703"/>
            <a:chOff x="-881984" y="-739244"/>
            <a:chExt cx="10751988" cy="7671703"/>
          </a:xfrm>
        </p:grpSpPr>
        <p:sp>
          <p:nvSpPr>
            <p:cNvPr id="744" name="Google Shape;744;p32"/>
            <p:cNvSpPr/>
            <p:nvPr/>
          </p:nvSpPr>
          <p:spPr>
            <a:xfrm flipH="1">
              <a:off x="5675437" y="4457952"/>
              <a:ext cx="4194567" cy="247450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2"/>
            <p:cNvSpPr/>
            <p:nvPr/>
          </p:nvSpPr>
          <p:spPr>
            <a:xfrm flipH="1" rot="10800000">
              <a:off x="-881984" y="-739244"/>
              <a:ext cx="1959133" cy="1024867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6" name="Google Shape;746;p32"/>
          <p:cNvSpPr/>
          <p:nvPr/>
        </p:nvSpPr>
        <p:spPr>
          <a:xfrm flipH="1">
            <a:off x="-417877" y="511088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2"/>
          <p:cNvSpPr/>
          <p:nvPr/>
        </p:nvSpPr>
        <p:spPr>
          <a:xfrm flipH="1" rot="10800000">
            <a:off x="-621671" y="-1770656"/>
            <a:ext cx="4007050" cy="2363728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hyperlink" Target="mailto:ashish58906@g.ucla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3"/>
          <p:cNvSpPr txBox="1"/>
          <p:nvPr>
            <p:ph idx="1" type="subTitle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Ashish Singh</a:t>
            </a:r>
            <a:endParaRPr/>
          </a:p>
        </p:txBody>
      </p:sp>
      <p:sp>
        <p:nvSpPr>
          <p:cNvPr id="753" name="Google Shape;753;p33"/>
          <p:cNvSpPr txBox="1"/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Heart Failure</a:t>
            </a:r>
            <a:endParaRPr/>
          </a:p>
        </p:txBody>
      </p:sp>
      <p:grpSp>
        <p:nvGrpSpPr>
          <p:cNvPr id="754" name="Google Shape;754;p33"/>
          <p:cNvGrpSpPr/>
          <p:nvPr/>
        </p:nvGrpSpPr>
        <p:grpSpPr>
          <a:xfrm rot="10800000">
            <a:off x="6662200" y="3637323"/>
            <a:ext cx="3537150" cy="626797"/>
            <a:chOff x="1199232" y="2120038"/>
            <a:chExt cx="4391793" cy="778340"/>
          </a:xfrm>
        </p:grpSpPr>
        <p:grpSp>
          <p:nvGrpSpPr>
            <p:cNvPr id="755" name="Google Shape;755;p33"/>
            <p:cNvGrpSpPr/>
            <p:nvPr/>
          </p:nvGrpSpPr>
          <p:grpSpPr>
            <a:xfrm>
              <a:off x="2227732" y="2577138"/>
              <a:ext cx="1945675" cy="56700"/>
              <a:chOff x="2227732" y="2661275"/>
              <a:chExt cx="1945675" cy="56700"/>
            </a:xfrm>
          </p:grpSpPr>
          <p:cxnSp>
            <p:nvCxnSpPr>
              <p:cNvPr id="756" name="Google Shape;756;p33"/>
              <p:cNvCxnSpPr/>
              <p:nvPr/>
            </p:nvCxnSpPr>
            <p:spPr>
              <a:xfrm>
                <a:off x="2227732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57" name="Google Shape;757;p33"/>
              <p:cNvSpPr/>
              <p:nvPr/>
            </p:nvSpPr>
            <p:spPr>
              <a:xfrm>
                <a:off x="4116707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8" name="Google Shape;758;p33"/>
            <p:cNvGrpSpPr/>
            <p:nvPr/>
          </p:nvGrpSpPr>
          <p:grpSpPr>
            <a:xfrm>
              <a:off x="1943838" y="2729277"/>
              <a:ext cx="1938597" cy="169100"/>
              <a:chOff x="2216194" y="2593212"/>
              <a:chExt cx="4728285" cy="412439"/>
            </a:xfrm>
          </p:grpSpPr>
          <p:sp>
            <p:nvSpPr>
              <p:cNvPr id="759" name="Google Shape;759;p33"/>
              <p:cNvSpPr/>
              <p:nvPr/>
            </p:nvSpPr>
            <p:spPr>
              <a:xfrm>
                <a:off x="2216194" y="2593212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60" name="Google Shape;760;p33"/>
              <p:cNvSpPr/>
              <p:nvPr/>
            </p:nvSpPr>
            <p:spPr>
              <a:xfrm>
                <a:off x="6810079" y="2871251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1" name="Google Shape;761;p33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762" name="Google Shape;762;p3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63" name="Google Shape;763;p3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4" name="Google Shape;764;p33"/>
            <p:cNvGrpSpPr/>
            <p:nvPr/>
          </p:nvGrpSpPr>
          <p:grpSpPr>
            <a:xfrm>
              <a:off x="1199232" y="2120038"/>
              <a:ext cx="3737650" cy="56700"/>
              <a:chOff x="1199232" y="2869225"/>
              <a:chExt cx="3737650" cy="56700"/>
            </a:xfrm>
          </p:grpSpPr>
          <p:cxnSp>
            <p:nvCxnSpPr>
              <p:cNvPr id="765" name="Google Shape;765;p33"/>
              <p:cNvCxnSpPr/>
              <p:nvPr/>
            </p:nvCxnSpPr>
            <p:spPr>
              <a:xfrm>
                <a:off x="1199232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66" name="Google Shape;766;p33"/>
              <p:cNvSpPr/>
              <p:nvPr/>
            </p:nvSpPr>
            <p:spPr>
              <a:xfrm>
                <a:off x="4880182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67" name="Google Shape;767;p33"/>
          <p:cNvGrpSpPr/>
          <p:nvPr/>
        </p:nvGrpSpPr>
        <p:grpSpPr>
          <a:xfrm>
            <a:off x="-1696246" y="967904"/>
            <a:ext cx="3599787" cy="1044096"/>
            <a:chOff x="-1431671" y="656504"/>
            <a:chExt cx="3599787" cy="1044096"/>
          </a:xfrm>
        </p:grpSpPr>
        <p:grpSp>
          <p:nvGrpSpPr>
            <p:cNvPr id="768" name="Google Shape;768;p33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769" name="Google Shape;769;p33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70" name="Google Shape;770;p33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1" name="Google Shape;771;p33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772" name="Google Shape;772;p3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73" name="Google Shape;773;p3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4" name="Google Shape;774;p33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775" name="Google Shape;775;p3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76" name="Google Shape;776;p3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7" name="Google Shape;777;p33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778" name="Google Shape;778;p33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79" name="Google Shape;779;p33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0" name="Google Shape;780;p33"/>
            <p:cNvGrpSpPr/>
            <p:nvPr/>
          </p:nvGrpSpPr>
          <p:grpSpPr>
            <a:xfrm>
              <a:off x="-856958" y="656504"/>
              <a:ext cx="2430741" cy="185537"/>
              <a:chOff x="1748547" y="1392116"/>
              <a:chExt cx="5911958" cy="451312"/>
            </a:xfrm>
          </p:grpSpPr>
          <p:sp>
            <p:nvSpPr>
              <p:cNvPr id="781" name="Google Shape;781;p3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82" name="Google Shape;782;p3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3" name="Google Shape;783;p33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784" name="Google Shape;784;p3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85" name="Google Shape;785;p3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86" name="Google Shape;786;p33"/>
          <p:cNvSpPr txBox="1"/>
          <p:nvPr>
            <p:ph idx="1" type="subTitle"/>
          </p:nvPr>
        </p:nvSpPr>
        <p:spPr>
          <a:xfrm>
            <a:off x="1394250" y="3445725"/>
            <a:ext cx="6355500" cy="3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Actuarial Team Meeting</a:t>
            </a:r>
            <a:endParaRPr/>
          </a:p>
        </p:txBody>
      </p:sp>
      <p:sp>
        <p:nvSpPr>
          <p:cNvPr id="787" name="Google Shape;787;p33"/>
          <p:cNvSpPr txBox="1"/>
          <p:nvPr>
            <p:ph idx="1" type="subTitle"/>
          </p:nvPr>
        </p:nvSpPr>
        <p:spPr>
          <a:xfrm>
            <a:off x="1394250" y="3833025"/>
            <a:ext cx="6355500" cy="3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April 28th,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34"/>
          <p:cNvSpPr txBox="1"/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Statistical Background &amp; Terminology</a:t>
            </a:r>
            <a:endParaRPr/>
          </a:p>
        </p:txBody>
      </p:sp>
      <p:sp>
        <p:nvSpPr>
          <p:cNvPr id="793" name="Google Shape;793;p34"/>
          <p:cNvSpPr txBox="1"/>
          <p:nvPr>
            <p:ph idx="2" type="title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794" name="Google Shape;794;p34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795" name="Google Shape;795;p34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796" name="Google Shape;796;p34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97" name="Google Shape;797;p34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8" name="Google Shape;798;p34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799" name="Google Shape;799;p34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00" name="Google Shape;800;p34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1" name="Google Shape;801;p34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802" name="Google Shape;802;p34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03" name="Google Shape;803;p34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4" name="Google Shape;804;p34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805" name="Google Shape;805;p34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06" name="Google Shape;806;p34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7" name="Google Shape;807;p34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808" name="Google Shape;808;p34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09" name="Google Shape;809;p34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0" name="Google Shape;810;p34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811" name="Google Shape;811;p34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12" name="Google Shape;812;p34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35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</a:t>
            </a:r>
            <a:endParaRPr/>
          </a:p>
        </p:txBody>
      </p:sp>
      <p:sp>
        <p:nvSpPr>
          <p:cNvPr id="818" name="Google Shape;818;p35"/>
          <p:cNvSpPr txBox="1"/>
          <p:nvPr>
            <p:ph idx="1" type="subTitle"/>
          </p:nvPr>
        </p:nvSpPr>
        <p:spPr>
          <a:xfrm>
            <a:off x="1039274" y="1747188"/>
            <a:ext cx="30570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machine learning improve mortality prediction compared with traditional methods?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Dataset Characteristics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Font typeface="Barlow Light"/>
              <a:buChar char="●"/>
            </a:pPr>
            <a:r>
              <a:rPr lang="en"/>
              <a:t>368 heart failure patients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Barlow Light"/>
              <a:buChar char="●"/>
            </a:pPr>
            <a:r>
              <a:rPr lang="en"/>
              <a:t>60 Predictors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Barlow Light"/>
              <a:buChar char="●"/>
            </a:pPr>
            <a:r>
              <a:rPr lang="en"/>
              <a:t>Binary Outcome: Alive or Dead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9" name="Google Shape;81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1899" y="1181850"/>
            <a:ext cx="3429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KEY CONCEPTS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36"/>
          <p:cNvSpPr txBox="1"/>
          <p:nvPr/>
        </p:nvSpPr>
        <p:spPr>
          <a:xfrm>
            <a:off x="3844500" y="1369875"/>
            <a:ext cx="40062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Mortality modeling predicts the likelihood of survival or death. For actuaries, this connects directly to pricing, reserving, underwriting, and long-term risk assessment.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26" name="Google Shape;826;p36"/>
          <p:cNvSpPr txBox="1"/>
          <p:nvPr/>
        </p:nvSpPr>
        <p:spPr>
          <a:xfrm>
            <a:off x="3844500" y="3263483"/>
            <a:ext cx="40062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Three models are compared: Logistic Regression, SGD SVM, and Random Forest. The goal is to determine which model best predicts mortality and which health factors matter most.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27" name="Google Shape;827;p36"/>
          <p:cNvSpPr txBox="1"/>
          <p:nvPr/>
        </p:nvSpPr>
        <p:spPr>
          <a:xfrm>
            <a:off x="3844500" y="2316677"/>
            <a:ext cx="40062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Machine learning uses data to identify patterns and improve predictions. In this project, it is used as a supplement to traditional actuarial methods, not a replacement.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828" name="Google Shape;828;p36"/>
          <p:cNvGrpSpPr/>
          <p:nvPr/>
        </p:nvGrpSpPr>
        <p:grpSpPr>
          <a:xfrm>
            <a:off x="373321" y="1369875"/>
            <a:ext cx="3071604" cy="2688000"/>
            <a:chOff x="1014246" y="1369875"/>
            <a:chExt cx="3071604" cy="2688000"/>
          </a:xfrm>
        </p:grpSpPr>
        <p:sp>
          <p:nvSpPr>
            <p:cNvPr id="829" name="Google Shape;829;p36"/>
            <p:cNvSpPr txBox="1"/>
            <p:nvPr/>
          </p:nvSpPr>
          <p:spPr>
            <a:xfrm>
              <a:off x="2087550" y="1369875"/>
              <a:ext cx="1565700" cy="79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Mortality Modeling </a:t>
              </a:r>
              <a:endPara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sp>
          <p:nvSpPr>
            <p:cNvPr id="830" name="Google Shape;830;p36"/>
            <p:cNvSpPr txBox="1"/>
            <p:nvPr/>
          </p:nvSpPr>
          <p:spPr>
            <a:xfrm>
              <a:off x="2087550" y="3263475"/>
              <a:ext cx="1998300" cy="79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Model Comparison</a:t>
              </a:r>
              <a:endPara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sp>
          <p:nvSpPr>
            <p:cNvPr id="831" name="Google Shape;831;p36"/>
            <p:cNvSpPr txBox="1"/>
            <p:nvPr/>
          </p:nvSpPr>
          <p:spPr>
            <a:xfrm>
              <a:off x="2087550" y="2316675"/>
              <a:ext cx="1388400" cy="79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Machine Learning</a:t>
              </a:r>
              <a:endPara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sp>
          <p:nvSpPr>
            <p:cNvPr id="832" name="Google Shape;832;p36"/>
            <p:cNvSpPr/>
            <p:nvPr/>
          </p:nvSpPr>
          <p:spPr>
            <a:xfrm>
              <a:off x="1014246" y="1483575"/>
              <a:ext cx="567000" cy="567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6"/>
            <p:cNvSpPr/>
            <p:nvPr/>
          </p:nvSpPr>
          <p:spPr>
            <a:xfrm>
              <a:off x="1128146" y="1597438"/>
              <a:ext cx="339200" cy="339275"/>
            </a:xfrm>
            <a:custGeom>
              <a:rect b="b" l="l" r="r" t="t"/>
              <a:pathLst>
                <a:path extrusionOk="0" h="13571" w="13568">
                  <a:moveTo>
                    <a:pt x="12034" y="1066"/>
                  </a:moveTo>
                  <a:cubicBezTo>
                    <a:pt x="12283" y="1066"/>
                    <a:pt x="12489" y="1271"/>
                    <a:pt x="12489" y="1520"/>
                  </a:cubicBezTo>
                  <a:cubicBezTo>
                    <a:pt x="12482" y="1826"/>
                    <a:pt x="12261" y="1978"/>
                    <a:pt x="12038" y="1978"/>
                  </a:cubicBezTo>
                  <a:cubicBezTo>
                    <a:pt x="11816" y="1978"/>
                    <a:pt x="11591" y="1826"/>
                    <a:pt x="11576" y="1520"/>
                  </a:cubicBezTo>
                  <a:cubicBezTo>
                    <a:pt x="11576" y="1271"/>
                    <a:pt x="11785" y="1066"/>
                    <a:pt x="12034" y="1066"/>
                  </a:cubicBezTo>
                  <a:close/>
                  <a:moveTo>
                    <a:pt x="8522" y="4661"/>
                  </a:moveTo>
                  <a:cubicBezTo>
                    <a:pt x="9129" y="4691"/>
                    <a:pt x="9129" y="5560"/>
                    <a:pt x="8522" y="5574"/>
                  </a:cubicBezTo>
                  <a:cubicBezTo>
                    <a:pt x="8273" y="5574"/>
                    <a:pt x="8064" y="5381"/>
                    <a:pt x="8064" y="5119"/>
                  </a:cubicBezTo>
                  <a:cubicBezTo>
                    <a:pt x="8064" y="4870"/>
                    <a:pt x="8273" y="4661"/>
                    <a:pt x="8522" y="4661"/>
                  </a:cubicBezTo>
                  <a:close/>
                  <a:moveTo>
                    <a:pt x="4434" y="6072"/>
                  </a:moveTo>
                  <a:cubicBezTo>
                    <a:pt x="4659" y="6072"/>
                    <a:pt x="4883" y="6224"/>
                    <a:pt x="4897" y="6530"/>
                  </a:cubicBezTo>
                  <a:cubicBezTo>
                    <a:pt x="4897" y="6779"/>
                    <a:pt x="4688" y="6984"/>
                    <a:pt x="4439" y="6984"/>
                  </a:cubicBezTo>
                  <a:cubicBezTo>
                    <a:pt x="4176" y="6984"/>
                    <a:pt x="3971" y="6779"/>
                    <a:pt x="3971" y="6530"/>
                  </a:cubicBezTo>
                  <a:cubicBezTo>
                    <a:pt x="3984" y="6224"/>
                    <a:pt x="4209" y="6072"/>
                    <a:pt x="4434" y="6072"/>
                  </a:cubicBezTo>
                  <a:close/>
                  <a:moveTo>
                    <a:pt x="7124" y="8561"/>
                  </a:moveTo>
                  <a:cubicBezTo>
                    <a:pt x="7386" y="8561"/>
                    <a:pt x="7592" y="8770"/>
                    <a:pt x="7592" y="9019"/>
                  </a:cubicBezTo>
                  <a:cubicBezTo>
                    <a:pt x="7579" y="9323"/>
                    <a:pt x="7355" y="9475"/>
                    <a:pt x="7130" y="9475"/>
                  </a:cubicBezTo>
                  <a:cubicBezTo>
                    <a:pt x="6906" y="9475"/>
                    <a:pt x="6681" y="9323"/>
                    <a:pt x="6666" y="9019"/>
                  </a:cubicBezTo>
                  <a:cubicBezTo>
                    <a:pt x="6666" y="8770"/>
                    <a:pt x="6875" y="8561"/>
                    <a:pt x="7124" y="8561"/>
                  </a:cubicBezTo>
                  <a:close/>
                  <a:moveTo>
                    <a:pt x="7054" y="2559"/>
                  </a:moveTo>
                  <a:cubicBezTo>
                    <a:pt x="8037" y="2616"/>
                    <a:pt x="8920" y="3014"/>
                    <a:pt x="9614" y="3638"/>
                  </a:cubicBezTo>
                  <a:lnTo>
                    <a:pt x="9003" y="4259"/>
                  </a:lnTo>
                  <a:cubicBezTo>
                    <a:pt x="8834" y="4173"/>
                    <a:pt x="8669" y="4134"/>
                    <a:pt x="8514" y="4134"/>
                  </a:cubicBezTo>
                  <a:cubicBezTo>
                    <a:pt x="7659" y="4134"/>
                    <a:pt x="7124" y="5303"/>
                    <a:pt x="7967" y="5935"/>
                  </a:cubicBezTo>
                  <a:lnTo>
                    <a:pt x="7207" y="8037"/>
                  </a:lnTo>
                  <a:cubicBezTo>
                    <a:pt x="7186" y="8035"/>
                    <a:pt x="7165" y="8035"/>
                    <a:pt x="7144" y="8035"/>
                  </a:cubicBezTo>
                  <a:cubicBezTo>
                    <a:pt x="6957" y="8035"/>
                    <a:pt x="6776" y="8088"/>
                    <a:pt x="6626" y="8189"/>
                  </a:cubicBezTo>
                  <a:lnTo>
                    <a:pt x="5325" y="6971"/>
                  </a:lnTo>
                  <a:cubicBezTo>
                    <a:pt x="5667" y="6339"/>
                    <a:pt x="5180" y="5534"/>
                    <a:pt x="4456" y="5534"/>
                  </a:cubicBezTo>
                  <a:cubicBezTo>
                    <a:pt x="4450" y="5534"/>
                    <a:pt x="4445" y="5534"/>
                    <a:pt x="4439" y="5534"/>
                  </a:cubicBezTo>
                  <a:cubicBezTo>
                    <a:pt x="3901" y="5534"/>
                    <a:pt x="3459" y="5975"/>
                    <a:pt x="3459" y="6530"/>
                  </a:cubicBezTo>
                  <a:cubicBezTo>
                    <a:pt x="3447" y="7098"/>
                    <a:pt x="3931" y="7512"/>
                    <a:pt x="4448" y="7512"/>
                  </a:cubicBezTo>
                  <a:cubicBezTo>
                    <a:pt x="4623" y="7512"/>
                    <a:pt x="4802" y="7464"/>
                    <a:pt x="4966" y="7360"/>
                  </a:cubicBezTo>
                  <a:lnTo>
                    <a:pt x="6264" y="8574"/>
                  </a:lnTo>
                  <a:cubicBezTo>
                    <a:pt x="5922" y="9207"/>
                    <a:pt x="6409" y="10015"/>
                    <a:pt x="7120" y="10015"/>
                  </a:cubicBezTo>
                  <a:cubicBezTo>
                    <a:pt x="7126" y="10015"/>
                    <a:pt x="7132" y="10015"/>
                    <a:pt x="7137" y="10015"/>
                  </a:cubicBezTo>
                  <a:cubicBezTo>
                    <a:pt x="8107" y="10015"/>
                    <a:pt x="8492" y="8770"/>
                    <a:pt x="7718" y="8216"/>
                  </a:cubicBezTo>
                  <a:lnTo>
                    <a:pt x="8465" y="6115"/>
                  </a:lnTo>
                  <a:cubicBezTo>
                    <a:pt x="8488" y="6116"/>
                    <a:pt x="8510" y="6117"/>
                    <a:pt x="8533" y="6117"/>
                  </a:cubicBezTo>
                  <a:cubicBezTo>
                    <a:pt x="9270" y="6117"/>
                    <a:pt x="9768" y="5279"/>
                    <a:pt x="9391" y="4634"/>
                  </a:cubicBezTo>
                  <a:lnTo>
                    <a:pt x="9986" y="4010"/>
                  </a:lnTo>
                  <a:cubicBezTo>
                    <a:pt x="10580" y="4691"/>
                    <a:pt x="10955" y="5560"/>
                    <a:pt x="11011" y="6530"/>
                  </a:cubicBezTo>
                  <a:lnTo>
                    <a:pt x="10885" y="6530"/>
                  </a:lnTo>
                  <a:cubicBezTo>
                    <a:pt x="10540" y="6530"/>
                    <a:pt x="10540" y="7041"/>
                    <a:pt x="10885" y="7054"/>
                  </a:cubicBezTo>
                  <a:lnTo>
                    <a:pt x="11011" y="7054"/>
                  </a:lnTo>
                  <a:cubicBezTo>
                    <a:pt x="10885" y="9185"/>
                    <a:pt x="9169" y="10885"/>
                    <a:pt x="7054" y="11011"/>
                  </a:cubicBezTo>
                  <a:lnTo>
                    <a:pt x="7054" y="10898"/>
                  </a:lnTo>
                  <a:cubicBezTo>
                    <a:pt x="7054" y="10762"/>
                    <a:pt x="6958" y="10649"/>
                    <a:pt x="6819" y="10636"/>
                  </a:cubicBezTo>
                  <a:cubicBezTo>
                    <a:pt x="6805" y="10633"/>
                    <a:pt x="6791" y="10632"/>
                    <a:pt x="6777" y="10632"/>
                  </a:cubicBezTo>
                  <a:cubicBezTo>
                    <a:pt x="6639" y="10632"/>
                    <a:pt x="6513" y="10746"/>
                    <a:pt x="6513" y="10885"/>
                  </a:cubicBezTo>
                  <a:lnTo>
                    <a:pt x="6513" y="11011"/>
                  </a:lnTo>
                  <a:cubicBezTo>
                    <a:pt x="4399" y="10885"/>
                    <a:pt x="2683" y="9185"/>
                    <a:pt x="2560" y="7054"/>
                  </a:cubicBezTo>
                  <a:lnTo>
                    <a:pt x="2669" y="7054"/>
                  </a:lnTo>
                  <a:cubicBezTo>
                    <a:pt x="2809" y="7054"/>
                    <a:pt x="2918" y="6958"/>
                    <a:pt x="2945" y="6832"/>
                  </a:cubicBezTo>
                  <a:cubicBezTo>
                    <a:pt x="2961" y="6666"/>
                    <a:pt x="2835" y="6530"/>
                    <a:pt x="2683" y="6530"/>
                  </a:cubicBezTo>
                  <a:lnTo>
                    <a:pt x="2560" y="6530"/>
                  </a:lnTo>
                  <a:cubicBezTo>
                    <a:pt x="2683" y="4398"/>
                    <a:pt x="4399" y="2682"/>
                    <a:pt x="6513" y="2559"/>
                  </a:cubicBezTo>
                  <a:lnTo>
                    <a:pt x="6513" y="2669"/>
                  </a:lnTo>
                  <a:cubicBezTo>
                    <a:pt x="6513" y="2808"/>
                    <a:pt x="6613" y="2918"/>
                    <a:pt x="6749" y="2948"/>
                  </a:cubicBezTo>
                  <a:cubicBezTo>
                    <a:pt x="6757" y="2948"/>
                    <a:pt x="6765" y="2949"/>
                    <a:pt x="6773" y="2949"/>
                  </a:cubicBezTo>
                  <a:cubicBezTo>
                    <a:pt x="6928" y="2949"/>
                    <a:pt x="7054" y="2828"/>
                    <a:pt x="7054" y="2682"/>
                  </a:cubicBezTo>
                  <a:lnTo>
                    <a:pt x="7054" y="2559"/>
                  </a:lnTo>
                  <a:close/>
                  <a:moveTo>
                    <a:pt x="7177" y="541"/>
                  </a:moveTo>
                  <a:lnTo>
                    <a:pt x="7177" y="996"/>
                  </a:lnTo>
                  <a:cubicBezTo>
                    <a:pt x="7177" y="1135"/>
                    <a:pt x="7290" y="1245"/>
                    <a:pt x="7413" y="1258"/>
                  </a:cubicBezTo>
                  <a:cubicBezTo>
                    <a:pt x="8605" y="1398"/>
                    <a:pt x="9684" y="1922"/>
                    <a:pt x="10540" y="2699"/>
                  </a:cubicBezTo>
                  <a:lnTo>
                    <a:pt x="9986" y="3250"/>
                  </a:lnTo>
                  <a:cubicBezTo>
                    <a:pt x="9199" y="2546"/>
                    <a:pt x="8173" y="2088"/>
                    <a:pt x="7054" y="2018"/>
                  </a:cubicBezTo>
                  <a:lnTo>
                    <a:pt x="7054" y="1839"/>
                  </a:lnTo>
                  <a:cubicBezTo>
                    <a:pt x="7054" y="1786"/>
                    <a:pt x="7028" y="1730"/>
                    <a:pt x="6971" y="1686"/>
                  </a:cubicBezTo>
                  <a:cubicBezTo>
                    <a:pt x="6910" y="1642"/>
                    <a:pt x="6845" y="1623"/>
                    <a:pt x="6784" y="1623"/>
                  </a:cubicBezTo>
                  <a:cubicBezTo>
                    <a:pt x="6638" y="1623"/>
                    <a:pt x="6513" y="1734"/>
                    <a:pt x="6513" y="1882"/>
                  </a:cubicBezTo>
                  <a:lnTo>
                    <a:pt x="6513" y="2018"/>
                  </a:lnTo>
                  <a:cubicBezTo>
                    <a:pt x="4107" y="2158"/>
                    <a:pt x="2158" y="4110"/>
                    <a:pt x="2019" y="6530"/>
                  </a:cubicBezTo>
                  <a:lnTo>
                    <a:pt x="1839" y="6530"/>
                  </a:lnTo>
                  <a:cubicBezTo>
                    <a:pt x="1783" y="6530"/>
                    <a:pt x="1730" y="6543"/>
                    <a:pt x="1687" y="6599"/>
                  </a:cubicBezTo>
                  <a:cubicBezTo>
                    <a:pt x="1521" y="6818"/>
                    <a:pt x="1673" y="7054"/>
                    <a:pt x="1883" y="7054"/>
                  </a:cubicBezTo>
                  <a:lnTo>
                    <a:pt x="2019" y="7054"/>
                  </a:lnTo>
                  <a:cubicBezTo>
                    <a:pt x="2158" y="9474"/>
                    <a:pt x="4107" y="11413"/>
                    <a:pt x="6513" y="11549"/>
                  </a:cubicBezTo>
                  <a:lnTo>
                    <a:pt x="6513" y="11728"/>
                  </a:lnTo>
                  <a:cubicBezTo>
                    <a:pt x="6513" y="11785"/>
                    <a:pt x="6543" y="11854"/>
                    <a:pt x="6596" y="11881"/>
                  </a:cubicBezTo>
                  <a:cubicBezTo>
                    <a:pt x="6662" y="11930"/>
                    <a:pt x="6730" y="11951"/>
                    <a:pt x="6792" y="11951"/>
                  </a:cubicBezTo>
                  <a:cubicBezTo>
                    <a:pt x="6938" y="11951"/>
                    <a:pt x="7054" y="11833"/>
                    <a:pt x="7054" y="11688"/>
                  </a:cubicBezTo>
                  <a:lnTo>
                    <a:pt x="7054" y="11549"/>
                  </a:lnTo>
                  <a:cubicBezTo>
                    <a:pt x="9474" y="11413"/>
                    <a:pt x="11410" y="9474"/>
                    <a:pt x="11549" y="7054"/>
                  </a:cubicBezTo>
                  <a:lnTo>
                    <a:pt x="11728" y="7054"/>
                  </a:lnTo>
                  <a:cubicBezTo>
                    <a:pt x="11785" y="7054"/>
                    <a:pt x="11855" y="7028"/>
                    <a:pt x="11881" y="6971"/>
                  </a:cubicBezTo>
                  <a:cubicBezTo>
                    <a:pt x="12047" y="6765"/>
                    <a:pt x="11894" y="6530"/>
                    <a:pt x="11689" y="6530"/>
                  </a:cubicBezTo>
                  <a:lnTo>
                    <a:pt x="11549" y="6530"/>
                  </a:lnTo>
                  <a:cubicBezTo>
                    <a:pt x="11479" y="5421"/>
                    <a:pt x="11051" y="4412"/>
                    <a:pt x="10361" y="3638"/>
                  </a:cubicBezTo>
                  <a:lnTo>
                    <a:pt x="10912" y="3084"/>
                  </a:lnTo>
                  <a:cubicBezTo>
                    <a:pt x="11659" y="3914"/>
                    <a:pt x="12173" y="4979"/>
                    <a:pt x="12296" y="6155"/>
                  </a:cubicBezTo>
                  <a:cubicBezTo>
                    <a:pt x="12309" y="6294"/>
                    <a:pt x="12436" y="6390"/>
                    <a:pt x="12558" y="6390"/>
                  </a:cubicBezTo>
                  <a:lnTo>
                    <a:pt x="13043" y="6390"/>
                  </a:lnTo>
                  <a:lnTo>
                    <a:pt x="13043" y="7180"/>
                  </a:lnTo>
                  <a:lnTo>
                    <a:pt x="12558" y="7180"/>
                  </a:lnTo>
                  <a:cubicBezTo>
                    <a:pt x="12436" y="7180"/>
                    <a:pt x="12309" y="7290"/>
                    <a:pt x="12296" y="7413"/>
                  </a:cubicBezTo>
                  <a:cubicBezTo>
                    <a:pt x="12021" y="9959"/>
                    <a:pt x="9959" y="12020"/>
                    <a:pt x="7413" y="12309"/>
                  </a:cubicBezTo>
                  <a:cubicBezTo>
                    <a:pt x="7290" y="12326"/>
                    <a:pt x="7177" y="12435"/>
                    <a:pt x="7177" y="12575"/>
                  </a:cubicBezTo>
                  <a:lnTo>
                    <a:pt x="7177" y="13043"/>
                  </a:lnTo>
                  <a:lnTo>
                    <a:pt x="6391" y="13043"/>
                  </a:lnTo>
                  <a:lnTo>
                    <a:pt x="6391" y="12575"/>
                  </a:lnTo>
                  <a:cubicBezTo>
                    <a:pt x="6391" y="12448"/>
                    <a:pt x="6294" y="12326"/>
                    <a:pt x="6155" y="12309"/>
                  </a:cubicBezTo>
                  <a:cubicBezTo>
                    <a:pt x="3595" y="12033"/>
                    <a:pt x="1534" y="9972"/>
                    <a:pt x="1245" y="7413"/>
                  </a:cubicBezTo>
                  <a:cubicBezTo>
                    <a:pt x="1232" y="7290"/>
                    <a:pt x="1119" y="7180"/>
                    <a:pt x="983" y="7180"/>
                  </a:cubicBezTo>
                  <a:lnTo>
                    <a:pt x="538" y="7180"/>
                  </a:lnTo>
                  <a:lnTo>
                    <a:pt x="538" y="6390"/>
                  </a:lnTo>
                  <a:lnTo>
                    <a:pt x="983" y="6390"/>
                  </a:lnTo>
                  <a:cubicBezTo>
                    <a:pt x="1119" y="6390"/>
                    <a:pt x="1232" y="6294"/>
                    <a:pt x="1245" y="6155"/>
                  </a:cubicBezTo>
                  <a:cubicBezTo>
                    <a:pt x="1534" y="3595"/>
                    <a:pt x="3595" y="1550"/>
                    <a:pt x="6155" y="1258"/>
                  </a:cubicBezTo>
                  <a:cubicBezTo>
                    <a:pt x="6294" y="1245"/>
                    <a:pt x="6391" y="1135"/>
                    <a:pt x="6391" y="996"/>
                  </a:cubicBezTo>
                  <a:lnTo>
                    <a:pt x="6391" y="541"/>
                  </a:lnTo>
                  <a:close/>
                  <a:moveTo>
                    <a:pt x="6128" y="0"/>
                  </a:moveTo>
                  <a:cubicBezTo>
                    <a:pt x="5976" y="0"/>
                    <a:pt x="5866" y="126"/>
                    <a:pt x="5866" y="276"/>
                  </a:cubicBezTo>
                  <a:lnTo>
                    <a:pt x="5866" y="760"/>
                  </a:lnTo>
                  <a:cubicBezTo>
                    <a:pt x="3293" y="1122"/>
                    <a:pt x="1106" y="3293"/>
                    <a:pt x="747" y="5866"/>
                  </a:cubicBezTo>
                  <a:lnTo>
                    <a:pt x="263" y="5866"/>
                  </a:lnTo>
                  <a:cubicBezTo>
                    <a:pt x="123" y="5866"/>
                    <a:pt x="0" y="5975"/>
                    <a:pt x="0" y="6128"/>
                  </a:cubicBezTo>
                  <a:lnTo>
                    <a:pt x="0" y="7456"/>
                  </a:lnTo>
                  <a:cubicBezTo>
                    <a:pt x="0" y="7595"/>
                    <a:pt x="123" y="7718"/>
                    <a:pt x="263" y="7718"/>
                  </a:cubicBezTo>
                  <a:lnTo>
                    <a:pt x="747" y="7718"/>
                  </a:lnTo>
                  <a:cubicBezTo>
                    <a:pt x="1106" y="10291"/>
                    <a:pt x="3293" y="12448"/>
                    <a:pt x="5866" y="12807"/>
                  </a:cubicBezTo>
                  <a:lnTo>
                    <a:pt x="5866" y="13305"/>
                  </a:lnTo>
                  <a:cubicBezTo>
                    <a:pt x="5866" y="13444"/>
                    <a:pt x="5976" y="13570"/>
                    <a:pt x="6128" y="13570"/>
                  </a:cubicBezTo>
                  <a:lnTo>
                    <a:pt x="7443" y="13570"/>
                  </a:lnTo>
                  <a:cubicBezTo>
                    <a:pt x="7592" y="13570"/>
                    <a:pt x="7718" y="13444"/>
                    <a:pt x="7718" y="13305"/>
                  </a:cubicBezTo>
                  <a:lnTo>
                    <a:pt x="7718" y="12807"/>
                  </a:lnTo>
                  <a:cubicBezTo>
                    <a:pt x="10278" y="12435"/>
                    <a:pt x="12436" y="10277"/>
                    <a:pt x="12794" y="7718"/>
                  </a:cubicBezTo>
                  <a:lnTo>
                    <a:pt x="13305" y="7718"/>
                  </a:lnTo>
                  <a:cubicBezTo>
                    <a:pt x="13445" y="7718"/>
                    <a:pt x="13568" y="7595"/>
                    <a:pt x="13568" y="7456"/>
                  </a:cubicBezTo>
                  <a:lnTo>
                    <a:pt x="13568" y="6128"/>
                  </a:lnTo>
                  <a:cubicBezTo>
                    <a:pt x="13568" y="5975"/>
                    <a:pt x="13445" y="5866"/>
                    <a:pt x="13305" y="5866"/>
                  </a:cubicBezTo>
                  <a:lnTo>
                    <a:pt x="12794" y="5866"/>
                  </a:lnTo>
                  <a:cubicBezTo>
                    <a:pt x="12615" y="4691"/>
                    <a:pt x="12090" y="3582"/>
                    <a:pt x="11287" y="2699"/>
                  </a:cubicBezTo>
                  <a:lnTo>
                    <a:pt x="11576" y="2393"/>
                  </a:lnTo>
                  <a:cubicBezTo>
                    <a:pt x="11723" y="2476"/>
                    <a:pt x="11880" y="2514"/>
                    <a:pt x="12036" y="2514"/>
                  </a:cubicBezTo>
                  <a:cubicBezTo>
                    <a:pt x="12552" y="2514"/>
                    <a:pt x="13043" y="2095"/>
                    <a:pt x="13043" y="1520"/>
                  </a:cubicBezTo>
                  <a:cubicBezTo>
                    <a:pt x="13043" y="983"/>
                    <a:pt x="12588" y="541"/>
                    <a:pt x="12047" y="541"/>
                  </a:cubicBezTo>
                  <a:cubicBezTo>
                    <a:pt x="12040" y="541"/>
                    <a:pt x="12033" y="541"/>
                    <a:pt x="12026" y="541"/>
                  </a:cubicBezTo>
                  <a:cubicBezTo>
                    <a:pt x="11291" y="541"/>
                    <a:pt x="10806" y="1390"/>
                    <a:pt x="11191" y="2018"/>
                  </a:cubicBezTo>
                  <a:lnTo>
                    <a:pt x="10912" y="2310"/>
                  </a:lnTo>
                  <a:cubicBezTo>
                    <a:pt x="10029" y="1494"/>
                    <a:pt x="8907" y="956"/>
                    <a:pt x="7718" y="760"/>
                  </a:cubicBezTo>
                  <a:lnTo>
                    <a:pt x="7718" y="276"/>
                  </a:lnTo>
                  <a:cubicBezTo>
                    <a:pt x="7718" y="126"/>
                    <a:pt x="7592" y="0"/>
                    <a:pt x="7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6"/>
            <p:cNvSpPr/>
            <p:nvPr/>
          </p:nvSpPr>
          <p:spPr>
            <a:xfrm>
              <a:off x="1014246" y="2430377"/>
              <a:ext cx="567000" cy="567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6"/>
            <p:cNvSpPr/>
            <p:nvPr/>
          </p:nvSpPr>
          <p:spPr>
            <a:xfrm>
              <a:off x="1014246" y="3377183"/>
              <a:ext cx="567000" cy="567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36" name="Google Shape;836;p36"/>
            <p:cNvGrpSpPr/>
            <p:nvPr/>
          </p:nvGrpSpPr>
          <p:grpSpPr>
            <a:xfrm>
              <a:off x="1128146" y="3508338"/>
              <a:ext cx="339200" cy="304675"/>
              <a:chOff x="5553875" y="2135725"/>
              <a:chExt cx="339200" cy="304675"/>
            </a:xfrm>
          </p:grpSpPr>
          <p:sp>
            <p:nvSpPr>
              <p:cNvPr id="837" name="Google Shape;837;p36"/>
              <p:cNvSpPr/>
              <p:nvPr/>
            </p:nvSpPr>
            <p:spPr>
              <a:xfrm>
                <a:off x="5736025" y="2135725"/>
                <a:ext cx="157050" cy="139675"/>
              </a:xfrm>
              <a:custGeom>
                <a:rect b="b" l="l" r="r" t="t"/>
                <a:pathLst>
                  <a:path extrusionOk="0" h="5587" w="6282">
                    <a:moveTo>
                      <a:pt x="5744" y="525"/>
                    </a:moveTo>
                    <a:lnTo>
                      <a:pt x="5744" y="1052"/>
                    </a:lnTo>
                    <a:lnTo>
                      <a:pt x="4167" y="1052"/>
                    </a:lnTo>
                    <a:lnTo>
                      <a:pt x="4167" y="525"/>
                    </a:lnTo>
                    <a:close/>
                    <a:moveTo>
                      <a:pt x="529" y="2131"/>
                    </a:moveTo>
                    <a:cubicBezTo>
                      <a:pt x="2092" y="2254"/>
                      <a:pt x="3337" y="3499"/>
                      <a:pt x="3460" y="5049"/>
                    </a:cubicBezTo>
                    <a:lnTo>
                      <a:pt x="529" y="5049"/>
                    </a:lnTo>
                    <a:lnTo>
                      <a:pt x="529" y="2131"/>
                    </a:lnTo>
                    <a:close/>
                    <a:moveTo>
                      <a:pt x="3888" y="0"/>
                    </a:moveTo>
                    <a:cubicBezTo>
                      <a:pt x="3752" y="0"/>
                      <a:pt x="3626" y="110"/>
                      <a:pt x="3626" y="262"/>
                    </a:cubicBezTo>
                    <a:lnTo>
                      <a:pt x="3626" y="525"/>
                    </a:lnTo>
                    <a:lnTo>
                      <a:pt x="2673" y="525"/>
                    </a:lnTo>
                    <a:cubicBezTo>
                      <a:pt x="2604" y="525"/>
                      <a:pt x="2534" y="555"/>
                      <a:pt x="2477" y="608"/>
                    </a:cubicBezTo>
                    <a:lnTo>
                      <a:pt x="1345" y="1743"/>
                    </a:lnTo>
                    <a:cubicBezTo>
                      <a:pt x="997" y="1647"/>
                      <a:pt x="638" y="1590"/>
                      <a:pt x="267" y="1590"/>
                    </a:cubicBezTo>
                    <a:cubicBezTo>
                      <a:pt x="127" y="1590"/>
                      <a:pt x="1" y="1703"/>
                      <a:pt x="1" y="1852"/>
                    </a:cubicBezTo>
                    <a:lnTo>
                      <a:pt x="1" y="5325"/>
                    </a:lnTo>
                    <a:cubicBezTo>
                      <a:pt x="1" y="5464"/>
                      <a:pt x="114" y="5587"/>
                      <a:pt x="267" y="5587"/>
                    </a:cubicBezTo>
                    <a:lnTo>
                      <a:pt x="3736" y="5587"/>
                    </a:lnTo>
                    <a:cubicBezTo>
                      <a:pt x="3888" y="5587"/>
                      <a:pt x="4001" y="5464"/>
                      <a:pt x="4001" y="5311"/>
                    </a:cubicBezTo>
                    <a:cubicBezTo>
                      <a:pt x="4001" y="3831"/>
                      <a:pt x="3128" y="2560"/>
                      <a:pt x="1883" y="1952"/>
                    </a:cubicBezTo>
                    <a:lnTo>
                      <a:pt x="2783" y="1052"/>
                    </a:lnTo>
                    <a:lnTo>
                      <a:pt x="3626" y="1052"/>
                    </a:lnTo>
                    <a:lnTo>
                      <a:pt x="3626" y="1315"/>
                    </a:lnTo>
                    <a:cubicBezTo>
                      <a:pt x="3626" y="1467"/>
                      <a:pt x="3752" y="1590"/>
                      <a:pt x="3888" y="1590"/>
                    </a:cubicBezTo>
                    <a:lnTo>
                      <a:pt x="6019" y="1590"/>
                    </a:lnTo>
                    <a:cubicBezTo>
                      <a:pt x="6159" y="1590"/>
                      <a:pt x="6282" y="1467"/>
                      <a:pt x="6282" y="1315"/>
                    </a:cubicBezTo>
                    <a:lnTo>
                      <a:pt x="6282" y="262"/>
                    </a:lnTo>
                    <a:cubicBezTo>
                      <a:pt x="6282" y="110"/>
                      <a:pt x="6159" y="0"/>
                      <a:pt x="60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36"/>
              <p:cNvSpPr/>
              <p:nvPr/>
            </p:nvSpPr>
            <p:spPr>
              <a:xfrm>
                <a:off x="5553875" y="2172075"/>
                <a:ext cx="339200" cy="268325"/>
              </a:xfrm>
              <a:custGeom>
                <a:rect b="b" l="l" r="r" t="t"/>
                <a:pathLst>
                  <a:path extrusionOk="0" h="10733" w="13568">
                    <a:moveTo>
                      <a:pt x="2115" y="525"/>
                    </a:moveTo>
                    <a:lnTo>
                      <a:pt x="2115" y="1062"/>
                    </a:lnTo>
                    <a:lnTo>
                      <a:pt x="538" y="1062"/>
                    </a:lnTo>
                    <a:lnTo>
                      <a:pt x="538" y="525"/>
                    </a:lnTo>
                    <a:close/>
                    <a:moveTo>
                      <a:pt x="5753" y="2211"/>
                    </a:moveTo>
                    <a:lnTo>
                      <a:pt x="5753" y="5242"/>
                    </a:lnTo>
                    <a:lnTo>
                      <a:pt x="3124" y="6762"/>
                    </a:lnTo>
                    <a:cubicBezTo>
                      <a:pt x="2142" y="4797"/>
                      <a:pt x="3569" y="2350"/>
                      <a:pt x="5753" y="2211"/>
                    </a:cubicBezTo>
                    <a:close/>
                    <a:moveTo>
                      <a:pt x="9196" y="5670"/>
                    </a:moveTo>
                    <a:cubicBezTo>
                      <a:pt x="9129" y="6653"/>
                      <a:pt x="8602" y="7496"/>
                      <a:pt x="7841" y="8033"/>
                    </a:cubicBezTo>
                    <a:lnTo>
                      <a:pt x="6474" y="5670"/>
                    </a:lnTo>
                    <a:close/>
                    <a:moveTo>
                      <a:pt x="5919" y="5766"/>
                    </a:moveTo>
                    <a:lnTo>
                      <a:pt x="7370" y="8299"/>
                    </a:lnTo>
                    <a:cubicBezTo>
                      <a:pt x="6960" y="8504"/>
                      <a:pt x="6508" y="8600"/>
                      <a:pt x="6053" y="8600"/>
                    </a:cubicBezTo>
                    <a:cubicBezTo>
                      <a:pt x="5004" y="8600"/>
                      <a:pt x="3943" y="8089"/>
                      <a:pt x="3373" y="7220"/>
                    </a:cubicBezTo>
                    <a:lnTo>
                      <a:pt x="5919" y="5766"/>
                    </a:lnTo>
                    <a:close/>
                    <a:moveTo>
                      <a:pt x="2115" y="9667"/>
                    </a:moveTo>
                    <a:lnTo>
                      <a:pt x="2115" y="10191"/>
                    </a:lnTo>
                    <a:lnTo>
                      <a:pt x="538" y="10191"/>
                    </a:lnTo>
                    <a:lnTo>
                      <a:pt x="538" y="9667"/>
                    </a:lnTo>
                    <a:close/>
                    <a:moveTo>
                      <a:pt x="13030" y="9667"/>
                    </a:moveTo>
                    <a:lnTo>
                      <a:pt x="13030" y="10191"/>
                    </a:lnTo>
                    <a:lnTo>
                      <a:pt x="11453" y="10191"/>
                    </a:lnTo>
                    <a:lnTo>
                      <a:pt x="11453" y="9667"/>
                    </a:lnTo>
                    <a:close/>
                    <a:moveTo>
                      <a:pt x="263" y="0"/>
                    </a:moveTo>
                    <a:cubicBezTo>
                      <a:pt x="123" y="0"/>
                      <a:pt x="0" y="123"/>
                      <a:pt x="0" y="262"/>
                    </a:cubicBezTo>
                    <a:lnTo>
                      <a:pt x="0" y="1328"/>
                    </a:lnTo>
                    <a:cubicBezTo>
                      <a:pt x="0" y="1464"/>
                      <a:pt x="123" y="1590"/>
                      <a:pt x="263" y="1590"/>
                    </a:cubicBezTo>
                    <a:lnTo>
                      <a:pt x="2391" y="1590"/>
                    </a:lnTo>
                    <a:cubicBezTo>
                      <a:pt x="2530" y="1590"/>
                      <a:pt x="2656" y="1464"/>
                      <a:pt x="2656" y="1328"/>
                    </a:cubicBezTo>
                    <a:lnTo>
                      <a:pt x="2656" y="1062"/>
                    </a:lnTo>
                    <a:lnTo>
                      <a:pt x="3499" y="1062"/>
                    </a:lnTo>
                    <a:lnTo>
                      <a:pt x="4452" y="2005"/>
                    </a:lnTo>
                    <a:cubicBezTo>
                      <a:pt x="1604" y="3303"/>
                      <a:pt x="1561" y="7426"/>
                      <a:pt x="4399" y="8767"/>
                    </a:cubicBezTo>
                    <a:lnTo>
                      <a:pt x="3499" y="9667"/>
                    </a:lnTo>
                    <a:lnTo>
                      <a:pt x="2656" y="9667"/>
                    </a:lnTo>
                    <a:lnTo>
                      <a:pt x="2656" y="9404"/>
                    </a:lnTo>
                    <a:cubicBezTo>
                      <a:pt x="2656" y="9252"/>
                      <a:pt x="2530" y="9142"/>
                      <a:pt x="2391" y="9142"/>
                    </a:cubicBezTo>
                    <a:lnTo>
                      <a:pt x="263" y="9142"/>
                    </a:lnTo>
                    <a:cubicBezTo>
                      <a:pt x="123" y="9142"/>
                      <a:pt x="0" y="9252"/>
                      <a:pt x="0" y="9404"/>
                    </a:cubicBezTo>
                    <a:lnTo>
                      <a:pt x="0" y="10457"/>
                    </a:lnTo>
                    <a:cubicBezTo>
                      <a:pt x="0" y="10606"/>
                      <a:pt x="123" y="10732"/>
                      <a:pt x="263" y="10732"/>
                    </a:cubicBezTo>
                    <a:lnTo>
                      <a:pt x="2391" y="10732"/>
                    </a:lnTo>
                    <a:cubicBezTo>
                      <a:pt x="2530" y="10732"/>
                      <a:pt x="2656" y="10606"/>
                      <a:pt x="2656" y="10457"/>
                    </a:cubicBezTo>
                    <a:lnTo>
                      <a:pt x="2656" y="10191"/>
                    </a:lnTo>
                    <a:lnTo>
                      <a:pt x="3609" y="10191"/>
                    </a:lnTo>
                    <a:cubicBezTo>
                      <a:pt x="3679" y="10191"/>
                      <a:pt x="3748" y="10165"/>
                      <a:pt x="3801" y="10125"/>
                    </a:cubicBezTo>
                    <a:lnTo>
                      <a:pt x="4937" y="8976"/>
                    </a:lnTo>
                    <a:cubicBezTo>
                      <a:pt x="5272" y="9082"/>
                      <a:pt x="5630" y="9133"/>
                      <a:pt x="5990" y="9133"/>
                    </a:cubicBezTo>
                    <a:cubicBezTo>
                      <a:pt x="6759" y="9133"/>
                      <a:pt x="7539" y="8901"/>
                      <a:pt x="8133" y="8478"/>
                    </a:cubicBezTo>
                    <a:lnTo>
                      <a:pt x="9763" y="10125"/>
                    </a:lnTo>
                    <a:cubicBezTo>
                      <a:pt x="9820" y="10165"/>
                      <a:pt x="9890" y="10191"/>
                      <a:pt x="9959" y="10191"/>
                    </a:cubicBezTo>
                    <a:lnTo>
                      <a:pt x="10912" y="10191"/>
                    </a:lnTo>
                    <a:lnTo>
                      <a:pt x="10912" y="10457"/>
                    </a:lnTo>
                    <a:cubicBezTo>
                      <a:pt x="10912" y="10606"/>
                      <a:pt x="11038" y="10732"/>
                      <a:pt x="11174" y="10732"/>
                    </a:cubicBezTo>
                    <a:lnTo>
                      <a:pt x="13305" y="10732"/>
                    </a:lnTo>
                    <a:cubicBezTo>
                      <a:pt x="13445" y="10732"/>
                      <a:pt x="13568" y="10606"/>
                      <a:pt x="13568" y="10457"/>
                    </a:cubicBezTo>
                    <a:lnTo>
                      <a:pt x="13568" y="9404"/>
                    </a:lnTo>
                    <a:cubicBezTo>
                      <a:pt x="13568" y="9252"/>
                      <a:pt x="13445" y="9142"/>
                      <a:pt x="13305" y="9142"/>
                    </a:cubicBezTo>
                    <a:lnTo>
                      <a:pt x="11174" y="9142"/>
                    </a:lnTo>
                    <a:cubicBezTo>
                      <a:pt x="11038" y="9142"/>
                      <a:pt x="10912" y="9252"/>
                      <a:pt x="10912" y="9404"/>
                    </a:cubicBezTo>
                    <a:lnTo>
                      <a:pt x="10912" y="9667"/>
                    </a:lnTo>
                    <a:lnTo>
                      <a:pt x="10069" y="9667"/>
                    </a:lnTo>
                    <a:lnTo>
                      <a:pt x="8548" y="8146"/>
                    </a:lnTo>
                    <a:cubicBezTo>
                      <a:pt x="9279" y="7469"/>
                      <a:pt x="9750" y="6487"/>
                      <a:pt x="9750" y="5408"/>
                    </a:cubicBezTo>
                    <a:cubicBezTo>
                      <a:pt x="9750" y="5255"/>
                      <a:pt x="9627" y="5129"/>
                      <a:pt x="9475" y="5129"/>
                    </a:cubicBezTo>
                    <a:lnTo>
                      <a:pt x="6278" y="5129"/>
                    </a:lnTo>
                    <a:lnTo>
                      <a:pt x="6278" y="1935"/>
                    </a:lnTo>
                    <a:cubicBezTo>
                      <a:pt x="6278" y="1783"/>
                      <a:pt x="6155" y="1660"/>
                      <a:pt x="6016" y="1660"/>
                    </a:cubicBezTo>
                    <a:cubicBezTo>
                      <a:pt x="5657" y="1660"/>
                      <a:pt x="5325" y="1713"/>
                      <a:pt x="4993" y="1809"/>
                    </a:cubicBezTo>
                    <a:lnTo>
                      <a:pt x="3801" y="608"/>
                    </a:lnTo>
                    <a:cubicBezTo>
                      <a:pt x="3748" y="551"/>
                      <a:pt x="3679" y="525"/>
                      <a:pt x="3609" y="525"/>
                    </a:cubicBezTo>
                    <a:lnTo>
                      <a:pt x="2656" y="525"/>
                    </a:lnTo>
                    <a:lnTo>
                      <a:pt x="2656" y="262"/>
                    </a:lnTo>
                    <a:cubicBezTo>
                      <a:pt x="2656" y="123"/>
                      <a:pt x="2530" y="0"/>
                      <a:pt x="23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9" name="Google Shape;839;p36"/>
            <p:cNvGrpSpPr/>
            <p:nvPr/>
          </p:nvGrpSpPr>
          <p:grpSpPr>
            <a:xfrm>
              <a:off x="1127971" y="2544238"/>
              <a:ext cx="339550" cy="339275"/>
              <a:chOff x="5543825" y="1573475"/>
              <a:chExt cx="339550" cy="339275"/>
            </a:xfrm>
          </p:grpSpPr>
          <p:sp>
            <p:nvSpPr>
              <p:cNvPr id="840" name="Google Shape;840;p36"/>
              <p:cNvSpPr/>
              <p:nvPr/>
            </p:nvSpPr>
            <p:spPr>
              <a:xfrm>
                <a:off x="5543825" y="1573475"/>
                <a:ext cx="339550" cy="339275"/>
              </a:xfrm>
              <a:custGeom>
                <a:rect b="b" l="l" r="r" t="t"/>
                <a:pathLst>
                  <a:path extrusionOk="0" h="13571" w="13582">
                    <a:moveTo>
                      <a:pt x="12781" y="541"/>
                    </a:moveTo>
                    <a:cubicBezTo>
                      <a:pt x="12934" y="541"/>
                      <a:pt x="13057" y="651"/>
                      <a:pt x="13057" y="803"/>
                    </a:cubicBezTo>
                    <a:lnTo>
                      <a:pt x="13057" y="1882"/>
                    </a:lnTo>
                    <a:cubicBezTo>
                      <a:pt x="13057" y="2035"/>
                      <a:pt x="12934" y="2144"/>
                      <a:pt x="12781" y="2144"/>
                    </a:cubicBezTo>
                    <a:lnTo>
                      <a:pt x="7413" y="2144"/>
                    </a:lnTo>
                    <a:cubicBezTo>
                      <a:pt x="7261" y="2144"/>
                      <a:pt x="7138" y="2035"/>
                      <a:pt x="7138" y="1882"/>
                    </a:cubicBezTo>
                    <a:lnTo>
                      <a:pt x="7138" y="803"/>
                    </a:lnTo>
                    <a:cubicBezTo>
                      <a:pt x="7138" y="651"/>
                      <a:pt x="7261" y="541"/>
                      <a:pt x="7413" y="541"/>
                    </a:cubicBezTo>
                    <a:close/>
                    <a:moveTo>
                      <a:pt x="12781" y="2682"/>
                    </a:moveTo>
                    <a:cubicBezTo>
                      <a:pt x="12934" y="2682"/>
                      <a:pt x="13057" y="2795"/>
                      <a:pt x="13057" y="2948"/>
                    </a:cubicBezTo>
                    <a:lnTo>
                      <a:pt x="13057" y="4027"/>
                    </a:lnTo>
                    <a:cubicBezTo>
                      <a:pt x="13057" y="4176"/>
                      <a:pt x="12934" y="4289"/>
                      <a:pt x="12781" y="4289"/>
                    </a:cubicBezTo>
                    <a:lnTo>
                      <a:pt x="7413" y="4289"/>
                    </a:lnTo>
                    <a:cubicBezTo>
                      <a:pt x="7261" y="4289"/>
                      <a:pt x="7138" y="4176"/>
                      <a:pt x="7138" y="4027"/>
                    </a:cubicBezTo>
                    <a:lnTo>
                      <a:pt x="7138" y="2948"/>
                    </a:lnTo>
                    <a:cubicBezTo>
                      <a:pt x="7138" y="2795"/>
                      <a:pt x="7261" y="2682"/>
                      <a:pt x="7413" y="2682"/>
                    </a:cubicBezTo>
                    <a:close/>
                    <a:moveTo>
                      <a:pt x="12781" y="4827"/>
                    </a:moveTo>
                    <a:cubicBezTo>
                      <a:pt x="12934" y="4827"/>
                      <a:pt x="13057" y="4953"/>
                      <a:pt x="13057" y="5089"/>
                    </a:cubicBezTo>
                    <a:lnTo>
                      <a:pt x="13057" y="6168"/>
                    </a:lnTo>
                    <a:cubicBezTo>
                      <a:pt x="13057" y="6320"/>
                      <a:pt x="12934" y="6447"/>
                      <a:pt x="12781" y="6447"/>
                    </a:cubicBezTo>
                    <a:lnTo>
                      <a:pt x="7413" y="6447"/>
                    </a:lnTo>
                    <a:cubicBezTo>
                      <a:pt x="7261" y="6447"/>
                      <a:pt x="7138" y="6320"/>
                      <a:pt x="7138" y="6168"/>
                    </a:cubicBezTo>
                    <a:lnTo>
                      <a:pt x="7138" y="5089"/>
                    </a:lnTo>
                    <a:cubicBezTo>
                      <a:pt x="7138" y="4953"/>
                      <a:pt x="7261" y="4827"/>
                      <a:pt x="7413" y="4827"/>
                    </a:cubicBezTo>
                    <a:close/>
                    <a:moveTo>
                      <a:pt x="6667" y="4302"/>
                    </a:moveTo>
                    <a:cubicBezTo>
                      <a:pt x="6693" y="4398"/>
                      <a:pt x="6750" y="4481"/>
                      <a:pt x="6819" y="4564"/>
                    </a:cubicBezTo>
                    <a:cubicBezTo>
                      <a:pt x="6693" y="4704"/>
                      <a:pt x="6610" y="4896"/>
                      <a:pt x="6610" y="5089"/>
                    </a:cubicBezTo>
                    <a:lnTo>
                      <a:pt x="6610" y="6168"/>
                    </a:lnTo>
                    <a:cubicBezTo>
                      <a:pt x="6610" y="6613"/>
                      <a:pt x="6972" y="6971"/>
                      <a:pt x="7413" y="6971"/>
                    </a:cubicBezTo>
                    <a:lnTo>
                      <a:pt x="9282" y="6971"/>
                    </a:lnTo>
                    <a:cubicBezTo>
                      <a:pt x="9075" y="8407"/>
                      <a:pt x="7974" y="9105"/>
                      <a:pt x="6878" y="9105"/>
                    </a:cubicBezTo>
                    <a:cubicBezTo>
                      <a:pt x="5692" y="9105"/>
                      <a:pt x="4512" y="8290"/>
                      <a:pt x="4469" y="6709"/>
                    </a:cubicBezTo>
                    <a:cubicBezTo>
                      <a:pt x="4469" y="5451"/>
                      <a:pt x="5435" y="4412"/>
                      <a:pt x="6667" y="4302"/>
                    </a:cubicBezTo>
                    <a:close/>
                    <a:moveTo>
                      <a:pt x="3832" y="9321"/>
                    </a:moveTo>
                    <a:cubicBezTo>
                      <a:pt x="3971" y="9474"/>
                      <a:pt x="4107" y="9613"/>
                      <a:pt x="4260" y="9736"/>
                    </a:cubicBezTo>
                    <a:lnTo>
                      <a:pt x="3888" y="10138"/>
                    </a:lnTo>
                    <a:lnTo>
                      <a:pt x="3430" y="9696"/>
                    </a:lnTo>
                    <a:lnTo>
                      <a:pt x="3832" y="9321"/>
                    </a:lnTo>
                    <a:close/>
                    <a:moveTo>
                      <a:pt x="6610" y="3223"/>
                    </a:moveTo>
                    <a:lnTo>
                      <a:pt x="6610" y="3778"/>
                    </a:lnTo>
                    <a:cubicBezTo>
                      <a:pt x="5133" y="3874"/>
                      <a:pt x="3901" y="5215"/>
                      <a:pt x="3928" y="6709"/>
                    </a:cubicBezTo>
                    <a:cubicBezTo>
                      <a:pt x="3928" y="8326"/>
                      <a:pt x="5256" y="9653"/>
                      <a:pt x="6876" y="9653"/>
                    </a:cubicBezTo>
                    <a:cubicBezTo>
                      <a:pt x="6893" y="9654"/>
                      <a:pt x="6911" y="9654"/>
                      <a:pt x="6929" y="9654"/>
                    </a:cubicBezTo>
                    <a:cubicBezTo>
                      <a:pt x="8401" y="9654"/>
                      <a:pt x="9712" y="8434"/>
                      <a:pt x="9807" y="6971"/>
                    </a:cubicBezTo>
                    <a:lnTo>
                      <a:pt x="10361" y="6971"/>
                    </a:lnTo>
                    <a:cubicBezTo>
                      <a:pt x="10222" y="8770"/>
                      <a:pt x="8701" y="10194"/>
                      <a:pt x="6876" y="10194"/>
                    </a:cubicBezTo>
                    <a:cubicBezTo>
                      <a:pt x="2408" y="10042"/>
                      <a:pt x="2198" y="3721"/>
                      <a:pt x="6610" y="3223"/>
                    </a:cubicBezTo>
                    <a:close/>
                    <a:moveTo>
                      <a:pt x="3058" y="10055"/>
                    </a:moveTo>
                    <a:lnTo>
                      <a:pt x="3526" y="10526"/>
                    </a:lnTo>
                    <a:lnTo>
                      <a:pt x="1285" y="12907"/>
                    </a:lnTo>
                    <a:cubicBezTo>
                      <a:pt x="1211" y="12987"/>
                      <a:pt x="1101" y="13025"/>
                      <a:pt x="991" y="13025"/>
                    </a:cubicBezTo>
                    <a:cubicBezTo>
                      <a:pt x="874" y="13025"/>
                      <a:pt x="756" y="12983"/>
                      <a:pt x="678" y="12907"/>
                    </a:cubicBezTo>
                    <a:cubicBezTo>
                      <a:pt x="512" y="12741"/>
                      <a:pt x="499" y="12448"/>
                      <a:pt x="678" y="12282"/>
                    </a:cubicBezTo>
                    <a:lnTo>
                      <a:pt x="3058" y="10055"/>
                    </a:lnTo>
                    <a:close/>
                    <a:moveTo>
                      <a:pt x="7413" y="0"/>
                    </a:moveTo>
                    <a:cubicBezTo>
                      <a:pt x="6972" y="0"/>
                      <a:pt x="6610" y="359"/>
                      <a:pt x="6610" y="803"/>
                    </a:cubicBezTo>
                    <a:lnTo>
                      <a:pt x="6610" y="1882"/>
                    </a:lnTo>
                    <a:cubicBezTo>
                      <a:pt x="6610" y="2088"/>
                      <a:pt x="6693" y="2267"/>
                      <a:pt x="6819" y="2407"/>
                    </a:cubicBezTo>
                    <a:cubicBezTo>
                      <a:pt x="6750" y="2490"/>
                      <a:pt x="6693" y="2586"/>
                      <a:pt x="6653" y="2699"/>
                    </a:cubicBezTo>
                    <a:cubicBezTo>
                      <a:pt x="3583" y="2835"/>
                      <a:pt x="1827" y="6364"/>
                      <a:pt x="3513" y="8906"/>
                    </a:cubicBezTo>
                    <a:lnTo>
                      <a:pt x="303" y="11911"/>
                    </a:lnTo>
                    <a:cubicBezTo>
                      <a:pt x="124" y="12090"/>
                      <a:pt x="14" y="12326"/>
                      <a:pt x="14" y="12575"/>
                    </a:cubicBezTo>
                    <a:cubicBezTo>
                      <a:pt x="1" y="13105"/>
                      <a:pt x="456" y="13571"/>
                      <a:pt x="988" y="13571"/>
                    </a:cubicBezTo>
                    <a:cubicBezTo>
                      <a:pt x="995" y="13571"/>
                      <a:pt x="1003" y="13571"/>
                      <a:pt x="1010" y="13570"/>
                    </a:cubicBezTo>
                    <a:cubicBezTo>
                      <a:pt x="1259" y="13570"/>
                      <a:pt x="1495" y="13458"/>
                      <a:pt x="1674" y="13278"/>
                    </a:cubicBezTo>
                    <a:lnTo>
                      <a:pt x="4688" y="10068"/>
                    </a:lnTo>
                    <a:cubicBezTo>
                      <a:pt x="5365" y="10522"/>
                      <a:pt x="6113" y="10728"/>
                      <a:pt x="6848" y="10728"/>
                    </a:cubicBezTo>
                    <a:cubicBezTo>
                      <a:pt x="8852" y="10728"/>
                      <a:pt x="10764" y="9198"/>
                      <a:pt x="10886" y="6971"/>
                    </a:cubicBezTo>
                    <a:lnTo>
                      <a:pt x="12781" y="6971"/>
                    </a:lnTo>
                    <a:cubicBezTo>
                      <a:pt x="13223" y="6971"/>
                      <a:pt x="13581" y="6613"/>
                      <a:pt x="13581" y="6168"/>
                    </a:cubicBezTo>
                    <a:lnTo>
                      <a:pt x="13581" y="5089"/>
                    </a:lnTo>
                    <a:cubicBezTo>
                      <a:pt x="13581" y="4883"/>
                      <a:pt x="13498" y="4704"/>
                      <a:pt x="13375" y="4564"/>
                    </a:cubicBezTo>
                    <a:cubicBezTo>
                      <a:pt x="13498" y="4412"/>
                      <a:pt x="13581" y="4232"/>
                      <a:pt x="13581" y="4027"/>
                    </a:cubicBezTo>
                    <a:lnTo>
                      <a:pt x="13581" y="2948"/>
                    </a:lnTo>
                    <a:cubicBezTo>
                      <a:pt x="13581" y="2739"/>
                      <a:pt x="13498" y="2559"/>
                      <a:pt x="13375" y="2407"/>
                    </a:cubicBezTo>
                    <a:cubicBezTo>
                      <a:pt x="13498" y="2267"/>
                      <a:pt x="13581" y="2088"/>
                      <a:pt x="13581" y="1882"/>
                    </a:cubicBezTo>
                    <a:lnTo>
                      <a:pt x="13581" y="803"/>
                    </a:lnTo>
                    <a:cubicBezTo>
                      <a:pt x="13581" y="359"/>
                      <a:pt x="13223" y="0"/>
                      <a:pt x="127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36"/>
              <p:cNvSpPr/>
              <p:nvPr/>
            </p:nvSpPr>
            <p:spPr>
              <a:xfrm>
                <a:off x="5768900" y="1600100"/>
                <a:ext cx="52975" cy="13150"/>
              </a:xfrm>
              <a:custGeom>
                <a:rect b="b" l="l" r="r" t="t"/>
                <a:pathLst>
                  <a:path extrusionOk="0" h="526" w="2119">
                    <a:moveTo>
                      <a:pt x="362" y="1"/>
                    </a:moveTo>
                    <a:cubicBezTo>
                      <a:pt x="1" y="14"/>
                      <a:pt x="1" y="512"/>
                      <a:pt x="362" y="525"/>
                    </a:cubicBezTo>
                    <a:lnTo>
                      <a:pt x="1826" y="525"/>
                    </a:lnTo>
                    <a:cubicBezTo>
                      <a:pt x="1992" y="525"/>
                      <a:pt x="2118" y="389"/>
                      <a:pt x="2089" y="223"/>
                    </a:cubicBezTo>
                    <a:cubicBezTo>
                      <a:pt x="2075" y="97"/>
                      <a:pt x="1952" y="1"/>
                      <a:pt x="18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36"/>
              <p:cNvSpPr/>
              <p:nvPr/>
            </p:nvSpPr>
            <p:spPr>
              <a:xfrm>
                <a:off x="5739525" y="1600100"/>
                <a:ext cx="13125" cy="13300"/>
              </a:xfrm>
              <a:custGeom>
                <a:rect b="b" l="l" r="r" t="t"/>
                <a:pathLst>
                  <a:path extrusionOk="0" h="532" w="525">
                    <a:moveTo>
                      <a:pt x="263" y="1"/>
                    </a:moveTo>
                    <a:cubicBezTo>
                      <a:pt x="110" y="1"/>
                      <a:pt x="0" y="123"/>
                      <a:pt x="0" y="263"/>
                    </a:cubicBezTo>
                    <a:cubicBezTo>
                      <a:pt x="0" y="442"/>
                      <a:pt x="128" y="532"/>
                      <a:pt x="258" y="532"/>
                    </a:cubicBezTo>
                    <a:cubicBezTo>
                      <a:pt x="387" y="532"/>
                      <a:pt x="518" y="442"/>
                      <a:pt x="525" y="263"/>
                    </a:cubicBezTo>
                    <a:cubicBezTo>
                      <a:pt x="525" y="123"/>
                      <a:pt x="402" y="1"/>
                      <a:pt x="2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36"/>
              <p:cNvSpPr/>
              <p:nvPr/>
            </p:nvSpPr>
            <p:spPr>
              <a:xfrm>
                <a:off x="5768900" y="1707325"/>
                <a:ext cx="52975" cy="13125"/>
              </a:xfrm>
              <a:custGeom>
                <a:rect b="b" l="l" r="r" t="t"/>
                <a:pathLst>
                  <a:path extrusionOk="0" h="525" w="2119">
                    <a:moveTo>
                      <a:pt x="362" y="0"/>
                    </a:moveTo>
                    <a:cubicBezTo>
                      <a:pt x="1" y="14"/>
                      <a:pt x="1" y="512"/>
                      <a:pt x="362" y="525"/>
                    </a:cubicBezTo>
                    <a:lnTo>
                      <a:pt x="1826" y="525"/>
                    </a:lnTo>
                    <a:cubicBezTo>
                      <a:pt x="1992" y="525"/>
                      <a:pt x="2118" y="386"/>
                      <a:pt x="2089" y="220"/>
                    </a:cubicBezTo>
                    <a:cubicBezTo>
                      <a:pt x="2075" y="97"/>
                      <a:pt x="1952" y="0"/>
                      <a:pt x="18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36"/>
              <p:cNvSpPr/>
              <p:nvPr/>
            </p:nvSpPr>
            <p:spPr>
              <a:xfrm>
                <a:off x="5739525" y="1707325"/>
                <a:ext cx="13125" cy="13375"/>
              </a:xfrm>
              <a:custGeom>
                <a:rect b="b" l="l" r="r" t="t"/>
                <a:pathLst>
                  <a:path extrusionOk="0" h="535" w="525">
                    <a:moveTo>
                      <a:pt x="263" y="0"/>
                    </a:moveTo>
                    <a:cubicBezTo>
                      <a:pt x="110" y="0"/>
                      <a:pt x="0" y="123"/>
                      <a:pt x="0" y="276"/>
                    </a:cubicBezTo>
                    <a:cubicBezTo>
                      <a:pt x="0" y="449"/>
                      <a:pt x="128" y="535"/>
                      <a:pt x="258" y="535"/>
                    </a:cubicBezTo>
                    <a:cubicBezTo>
                      <a:pt x="387" y="535"/>
                      <a:pt x="518" y="449"/>
                      <a:pt x="525" y="276"/>
                    </a:cubicBezTo>
                    <a:cubicBezTo>
                      <a:pt x="525" y="123"/>
                      <a:pt x="402" y="0"/>
                      <a:pt x="2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36"/>
              <p:cNvSpPr/>
              <p:nvPr/>
            </p:nvSpPr>
            <p:spPr>
              <a:xfrm>
                <a:off x="5768900" y="1653725"/>
                <a:ext cx="52975" cy="13125"/>
              </a:xfrm>
              <a:custGeom>
                <a:rect b="b" l="l" r="r" t="t"/>
                <a:pathLst>
                  <a:path extrusionOk="0" h="525" w="2119">
                    <a:moveTo>
                      <a:pt x="362" y="0"/>
                    </a:moveTo>
                    <a:cubicBezTo>
                      <a:pt x="1" y="13"/>
                      <a:pt x="1" y="511"/>
                      <a:pt x="362" y="525"/>
                    </a:cubicBezTo>
                    <a:lnTo>
                      <a:pt x="1826" y="525"/>
                    </a:lnTo>
                    <a:cubicBezTo>
                      <a:pt x="1992" y="525"/>
                      <a:pt x="2118" y="385"/>
                      <a:pt x="2089" y="219"/>
                    </a:cubicBezTo>
                    <a:cubicBezTo>
                      <a:pt x="2075" y="96"/>
                      <a:pt x="1952" y="0"/>
                      <a:pt x="18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36"/>
              <p:cNvSpPr/>
              <p:nvPr/>
            </p:nvSpPr>
            <p:spPr>
              <a:xfrm>
                <a:off x="5739525" y="1653725"/>
                <a:ext cx="13125" cy="13375"/>
              </a:xfrm>
              <a:custGeom>
                <a:rect b="b" l="l" r="r" t="t"/>
                <a:pathLst>
                  <a:path extrusionOk="0" h="535" w="525">
                    <a:moveTo>
                      <a:pt x="263" y="0"/>
                    </a:moveTo>
                    <a:cubicBezTo>
                      <a:pt x="110" y="0"/>
                      <a:pt x="0" y="123"/>
                      <a:pt x="0" y="276"/>
                    </a:cubicBezTo>
                    <a:cubicBezTo>
                      <a:pt x="0" y="448"/>
                      <a:pt x="128" y="534"/>
                      <a:pt x="258" y="534"/>
                    </a:cubicBezTo>
                    <a:cubicBezTo>
                      <a:pt x="387" y="534"/>
                      <a:pt x="518" y="448"/>
                      <a:pt x="525" y="276"/>
                    </a:cubicBezTo>
                    <a:cubicBezTo>
                      <a:pt x="525" y="123"/>
                      <a:pt x="402" y="0"/>
                      <a:pt x="2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847" name="Google Shape;847;p36"/>
            <p:cNvCxnSpPr>
              <a:stCxn id="832" idx="3"/>
              <a:endCxn id="829" idx="1"/>
            </p:cNvCxnSpPr>
            <p:nvPr/>
          </p:nvCxnSpPr>
          <p:spPr>
            <a:xfrm>
              <a:off x="1581246" y="1767075"/>
              <a:ext cx="506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848" name="Google Shape;848;p36"/>
            <p:cNvCxnSpPr>
              <a:stCxn id="834" idx="3"/>
              <a:endCxn id="831" idx="1"/>
            </p:cNvCxnSpPr>
            <p:nvPr/>
          </p:nvCxnSpPr>
          <p:spPr>
            <a:xfrm>
              <a:off x="1581246" y="2713877"/>
              <a:ext cx="506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849" name="Google Shape;849;p36"/>
            <p:cNvCxnSpPr>
              <a:stCxn id="835" idx="3"/>
              <a:endCxn id="830" idx="1"/>
            </p:cNvCxnSpPr>
            <p:nvPr/>
          </p:nvCxnSpPr>
          <p:spPr>
            <a:xfrm>
              <a:off x="1581246" y="3660683"/>
              <a:ext cx="506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Vs Modern Methods</a:t>
            </a:r>
            <a:endParaRPr/>
          </a:p>
        </p:txBody>
      </p:sp>
      <p:sp>
        <p:nvSpPr>
          <p:cNvPr id="855" name="Google Shape;855;p37"/>
          <p:cNvSpPr txBox="1"/>
          <p:nvPr>
            <p:ph idx="1" type="subTitle"/>
          </p:nvPr>
        </p:nvSpPr>
        <p:spPr>
          <a:xfrm>
            <a:off x="937625" y="2512054"/>
            <a:ext cx="2052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model for binary outcomes like survival vs death. Clear, interpretable, and a strong actuarial benchmark.</a:t>
            </a:r>
            <a:endParaRPr/>
          </a:p>
        </p:txBody>
      </p:sp>
      <p:sp>
        <p:nvSpPr>
          <p:cNvPr id="856" name="Google Shape;856;p37"/>
          <p:cNvSpPr txBox="1"/>
          <p:nvPr>
            <p:ph idx="2" type="subTitle"/>
          </p:nvPr>
        </p:nvSpPr>
        <p:spPr>
          <a:xfrm>
            <a:off x="3341065" y="2512054"/>
            <a:ext cx="2052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classifier that finds the best boundary between outcomes. Useful with many predictors.</a:t>
            </a:r>
            <a:endParaRPr/>
          </a:p>
        </p:txBody>
      </p:sp>
      <p:sp>
        <p:nvSpPr>
          <p:cNvPr id="857" name="Google Shape;857;p37"/>
          <p:cNvSpPr txBox="1"/>
          <p:nvPr>
            <p:ph idx="3" type="subTitle"/>
          </p:nvPr>
        </p:nvSpPr>
        <p:spPr>
          <a:xfrm>
            <a:off x="5744505" y="2512054"/>
            <a:ext cx="2052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Combines many decision trees into one prediction. Strong at capturing complex relationships.</a:t>
            </a:r>
            <a:endParaRPr/>
          </a:p>
        </p:txBody>
      </p:sp>
      <p:sp>
        <p:nvSpPr>
          <p:cNvPr id="858" name="Google Shape;858;p37"/>
          <p:cNvSpPr txBox="1"/>
          <p:nvPr>
            <p:ph idx="4" type="subTitle"/>
          </p:nvPr>
        </p:nvSpPr>
        <p:spPr>
          <a:xfrm>
            <a:off x="937625" y="2067100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</a:t>
            </a:r>
            <a:endParaRPr/>
          </a:p>
        </p:txBody>
      </p:sp>
      <p:sp>
        <p:nvSpPr>
          <p:cNvPr id="859" name="Google Shape;859;p37"/>
          <p:cNvSpPr txBox="1"/>
          <p:nvPr>
            <p:ph idx="5" type="subTitle"/>
          </p:nvPr>
        </p:nvSpPr>
        <p:spPr>
          <a:xfrm>
            <a:off x="3341063" y="2067100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SGD SVM</a:t>
            </a:r>
            <a:endParaRPr/>
          </a:p>
        </p:txBody>
      </p:sp>
      <p:sp>
        <p:nvSpPr>
          <p:cNvPr id="860" name="Google Shape;860;p37"/>
          <p:cNvSpPr txBox="1"/>
          <p:nvPr>
            <p:ph idx="6" type="subTitle"/>
          </p:nvPr>
        </p:nvSpPr>
        <p:spPr>
          <a:xfrm>
            <a:off x="5744502" y="2067100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</a:t>
            </a:r>
            <a:endParaRPr/>
          </a:p>
        </p:txBody>
      </p:sp>
      <p:grpSp>
        <p:nvGrpSpPr>
          <p:cNvPr id="861" name="Google Shape;861;p37"/>
          <p:cNvGrpSpPr/>
          <p:nvPr/>
        </p:nvGrpSpPr>
        <p:grpSpPr>
          <a:xfrm>
            <a:off x="1697533" y="1258913"/>
            <a:ext cx="5339688" cy="567000"/>
            <a:chOff x="1697533" y="1258913"/>
            <a:chExt cx="5339688" cy="567000"/>
          </a:xfrm>
        </p:grpSpPr>
        <p:sp>
          <p:nvSpPr>
            <p:cNvPr id="862" name="Google Shape;862;p37"/>
            <p:cNvSpPr/>
            <p:nvPr/>
          </p:nvSpPr>
          <p:spPr>
            <a:xfrm>
              <a:off x="1697533" y="1258913"/>
              <a:ext cx="567000" cy="567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7"/>
            <p:cNvSpPr/>
            <p:nvPr/>
          </p:nvSpPr>
          <p:spPr>
            <a:xfrm>
              <a:off x="4066771" y="1258913"/>
              <a:ext cx="567000" cy="567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7"/>
            <p:cNvSpPr/>
            <p:nvPr/>
          </p:nvSpPr>
          <p:spPr>
            <a:xfrm>
              <a:off x="6470221" y="1258913"/>
              <a:ext cx="567000" cy="567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7"/>
            <p:cNvSpPr/>
            <p:nvPr/>
          </p:nvSpPr>
          <p:spPr>
            <a:xfrm>
              <a:off x="1810225" y="1372888"/>
              <a:ext cx="341625" cy="339050"/>
            </a:xfrm>
            <a:custGeom>
              <a:rect b="b" l="l" r="r" t="t"/>
              <a:pathLst>
                <a:path extrusionOk="0" h="13562" w="13665">
                  <a:moveTo>
                    <a:pt x="4579" y="6518"/>
                  </a:moveTo>
                  <a:lnTo>
                    <a:pt x="4579" y="11650"/>
                  </a:lnTo>
                  <a:lnTo>
                    <a:pt x="3526" y="11650"/>
                  </a:lnTo>
                  <a:lnTo>
                    <a:pt x="3526" y="6518"/>
                  </a:lnTo>
                  <a:close/>
                  <a:moveTo>
                    <a:pt x="4316" y="2163"/>
                  </a:moveTo>
                  <a:cubicBezTo>
                    <a:pt x="5422" y="2631"/>
                    <a:pt x="5561" y="5024"/>
                    <a:pt x="6956" y="5273"/>
                  </a:cubicBezTo>
                  <a:lnTo>
                    <a:pt x="6956" y="9160"/>
                  </a:lnTo>
                  <a:lnTo>
                    <a:pt x="6431" y="9160"/>
                  </a:lnTo>
                  <a:cubicBezTo>
                    <a:pt x="6292" y="9160"/>
                    <a:pt x="6169" y="9286"/>
                    <a:pt x="6169" y="9422"/>
                  </a:cubicBezTo>
                  <a:lnTo>
                    <a:pt x="6169" y="11650"/>
                  </a:lnTo>
                  <a:lnTo>
                    <a:pt x="5103" y="11650"/>
                  </a:lnTo>
                  <a:lnTo>
                    <a:pt x="5103" y="6242"/>
                  </a:lnTo>
                  <a:cubicBezTo>
                    <a:pt x="5103" y="6103"/>
                    <a:pt x="4994" y="5980"/>
                    <a:pt x="4841" y="5980"/>
                  </a:cubicBezTo>
                  <a:lnTo>
                    <a:pt x="4316" y="5980"/>
                  </a:lnTo>
                  <a:lnTo>
                    <a:pt x="4316" y="2163"/>
                  </a:lnTo>
                  <a:close/>
                  <a:moveTo>
                    <a:pt x="7759" y="9685"/>
                  </a:moveTo>
                  <a:lnTo>
                    <a:pt x="7759" y="11650"/>
                  </a:lnTo>
                  <a:lnTo>
                    <a:pt x="6693" y="11650"/>
                  </a:lnTo>
                  <a:lnTo>
                    <a:pt x="6693" y="9685"/>
                  </a:lnTo>
                  <a:close/>
                  <a:moveTo>
                    <a:pt x="10139" y="586"/>
                  </a:moveTo>
                  <a:lnTo>
                    <a:pt x="10139" y="4390"/>
                  </a:lnTo>
                  <a:lnTo>
                    <a:pt x="9611" y="4390"/>
                  </a:lnTo>
                  <a:cubicBezTo>
                    <a:pt x="9462" y="4390"/>
                    <a:pt x="9349" y="4513"/>
                    <a:pt x="9349" y="4665"/>
                  </a:cubicBezTo>
                  <a:lnTo>
                    <a:pt x="9349" y="11650"/>
                  </a:lnTo>
                  <a:lnTo>
                    <a:pt x="8283" y="11650"/>
                  </a:lnTo>
                  <a:lnTo>
                    <a:pt x="8283" y="9422"/>
                  </a:lnTo>
                  <a:cubicBezTo>
                    <a:pt x="8283" y="9286"/>
                    <a:pt x="8174" y="9160"/>
                    <a:pt x="8021" y="9160"/>
                  </a:cubicBezTo>
                  <a:lnTo>
                    <a:pt x="7497" y="9160"/>
                  </a:lnTo>
                  <a:lnTo>
                    <a:pt x="7497" y="5260"/>
                  </a:lnTo>
                  <a:cubicBezTo>
                    <a:pt x="7829" y="5177"/>
                    <a:pt x="8104" y="4914"/>
                    <a:pt x="8340" y="4456"/>
                  </a:cubicBezTo>
                  <a:cubicBezTo>
                    <a:pt x="8921" y="3460"/>
                    <a:pt x="9170" y="1014"/>
                    <a:pt x="10139" y="586"/>
                  </a:cubicBezTo>
                  <a:close/>
                  <a:moveTo>
                    <a:pt x="10939" y="4928"/>
                  </a:moveTo>
                  <a:lnTo>
                    <a:pt x="10939" y="11650"/>
                  </a:lnTo>
                  <a:lnTo>
                    <a:pt x="9877" y="11650"/>
                  </a:lnTo>
                  <a:lnTo>
                    <a:pt x="9877" y="4928"/>
                  </a:lnTo>
                  <a:close/>
                  <a:moveTo>
                    <a:pt x="1652" y="0"/>
                  </a:moveTo>
                  <a:cubicBezTo>
                    <a:pt x="1508" y="0"/>
                    <a:pt x="1395" y="118"/>
                    <a:pt x="1395" y="267"/>
                  </a:cubicBezTo>
                  <a:lnTo>
                    <a:pt x="1395" y="1220"/>
                  </a:lnTo>
                  <a:lnTo>
                    <a:pt x="303" y="1220"/>
                  </a:lnTo>
                  <a:cubicBezTo>
                    <a:pt x="167" y="1220"/>
                    <a:pt x="41" y="1303"/>
                    <a:pt x="28" y="1442"/>
                  </a:cubicBezTo>
                  <a:cubicBezTo>
                    <a:pt x="1" y="1608"/>
                    <a:pt x="124" y="1748"/>
                    <a:pt x="290" y="1748"/>
                  </a:cubicBezTo>
                  <a:lnTo>
                    <a:pt x="1395" y="1748"/>
                  </a:lnTo>
                  <a:lnTo>
                    <a:pt x="1395" y="2813"/>
                  </a:lnTo>
                  <a:lnTo>
                    <a:pt x="927" y="2813"/>
                  </a:lnTo>
                  <a:cubicBezTo>
                    <a:pt x="788" y="2813"/>
                    <a:pt x="665" y="2896"/>
                    <a:pt x="648" y="3032"/>
                  </a:cubicBezTo>
                  <a:cubicBezTo>
                    <a:pt x="622" y="3198"/>
                    <a:pt x="748" y="3338"/>
                    <a:pt x="914" y="3338"/>
                  </a:cubicBezTo>
                  <a:lnTo>
                    <a:pt x="1395" y="3338"/>
                  </a:lnTo>
                  <a:lnTo>
                    <a:pt x="1395" y="4390"/>
                  </a:lnTo>
                  <a:lnTo>
                    <a:pt x="927" y="4390"/>
                  </a:lnTo>
                  <a:cubicBezTo>
                    <a:pt x="788" y="4390"/>
                    <a:pt x="665" y="4486"/>
                    <a:pt x="648" y="4622"/>
                  </a:cubicBezTo>
                  <a:cubicBezTo>
                    <a:pt x="622" y="4788"/>
                    <a:pt x="748" y="4928"/>
                    <a:pt x="914" y="4928"/>
                  </a:cubicBezTo>
                  <a:lnTo>
                    <a:pt x="1395" y="4928"/>
                  </a:lnTo>
                  <a:lnTo>
                    <a:pt x="1395" y="5980"/>
                  </a:lnTo>
                  <a:lnTo>
                    <a:pt x="303" y="5980"/>
                  </a:lnTo>
                  <a:cubicBezTo>
                    <a:pt x="167" y="5980"/>
                    <a:pt x="41" y="6076"/>
                    <a:pt x="28" y="6216"/>
                  </a:cubicBezTo>
                  <a:cubicBezTo>
                    <a:pt x="1" y="6365"/>
                    <a:pt x="124" y="6518"/>
                    <a:pt x="290" y="6518"/>
                  </a:cubicBezTo>
                  <a:lnTo>
                    <a:pt x="1395" y="6518"/>
                  </a:lnTo>
                  <a:lnTo>
                    <a:pt x="1395" y="7570"/>
                  </a:lnTo>
                  <a:lnTo>
                    <a:pt x="927" y="7570"/>
                  </a:lnTo>
                  <a:cubicBezTo>
                    <a:pt x="788" y="7570"/>
                    <a:pt x="665" y="7666"/>
                    <a:pt x="648" y="7806"/>
                  </a:cubicBezTo>
                  <a:cubicBezTo>
                    <a:pt x="622" y="7959"/>
                    <a:pt x="748" y="8108"/>
                    <a:pt x="914" y="8108"/>
                  </a:cubicBezTo>
                  <a:lnTo>
                    <a:pt x="1395" y="8108"/>
                  </a:lnTo>
                  <a:lnTo>
                    <a:pt x="1395" y="9160"/>
                  </a:lnTo>
                  <a:lnTo>
                    <a:pt x="927" y="9160"/>
                  </a:lnTo>
                  <a:cubicBezTo>
                    <a:pt x="788" y="9160"/>
                    <a:pt x="665" y="9256"/>
                    <a:pt x="648" y="9383"/>
                  </a:cubicBezTo>
                  <a:cubicBezTo>
                    <a:pt x="622" y="9549"/>
                    <a:pt x="748" y="9685"/>
                    <a:pt x="914" y="9685"/>
                  </a:cubicBezTo>
                  <a:lnTo>
                    <a:pt x="1395" y="9685"/>
                  </a:lnTo>
                  <a:lnTo>
                    <a:pt x="1395" y="10750"/>
                  </a:lnTo>
                  <a:lnTo>
                    <a:pt x="303" y="10750"/>
                  </a:lnTo>
                  <a:cubicBezTo>
                    <a:pt x="167" y="10750"/>
                    <a:pt x="41" y="10847"/>
                    <a:pt x="28" y="10973"/>
                  </a:cubicBezTo>
                  <a:cubicBezTo>
                    <a:pt x="1" y="11139"/>
                    <a:pt x="124" y="11278"/>
                    <a:pt x="290" y="11278"/>
                  </a:cubicBezTo>
                  <a:lnTo>
                    <a:pt x="1395" y="11278"/>
                  </a:lnTo>
                  <a:lnTo>
                    <a:pt x="1395" y="11912"/>
                  </a:lnTo>
                  <a:cubicBezTo>
                    <a:pt x="1395" y="12065"/>
                    <a:pt x="1521" y="12174"/>
                    <a:pt x="1661" y="12174"/>
                  </a:cubicBezTo>
                  <a:lnTo>
                    <a:pt x="2989" y="12174"/>
                  </a:lnTo>
                  <a:lnTo>
                    <a:pt x="2989" y="13283"/>
                  </a:lnTo>
                  <a:cubicBezTo>
                    <a:pt x="2989" y="13419"/>
                    <a:pt x="3085" y="13532"/>
                    <a:pt x="3221" y="13559"/>
                  </a:cubicBezTo>
                  <a:cubicBezTo>
                    <a:pt x="3234" y="13561"/>
                    <a:pt x="3247" y="13562"/>
                    <a:pt x="3260" y="13562"/>
                  </a:cubicBezTo>
                  <a:cubicBezTo>
                    <a:pt x="3399" y="13562"/>
                    <a:pt x="3526" y="13436"/>
                    <a:pt x="3526" y="13296"/>
                  </a:cubicBezTo>
                  <a:lnTo>
                    <a:pt x="3526" y="12174"/>
                  </a:lnTo>
                  <a:lnTo>
                    <a:pt x="4579" y="12174"/>
                  </a:lnTo>
                  <a:lnTo>
                    <a:pt x="4579" y="12659"/>
                  </a:lnTo>
                  <a:cubicBezTo>
                    <a:pt x="4579" y="12798"/>
                    <a:pt x="4675" y="12908"/>
                    <a:pt x="4798" y="12938"/>
                  </a:cubicBezTo>
                  <a:cubicBezTo>
                    <a:pt x="4812" y="12940"/>
                    <a:pt x="4825" y="12941"/>
                    <a:pt x="4839" y="12941"/>
                  </a:cubicBezTo>
                  <a:cubicBezTo>
                    <a:pt x="4986" y="12941"/>
                    <a:pt x="5103" y="12812"/>
                    <a:pt x="5103" y="12672"/>
                  </a:cubicBezTo>
                  <a:lnTo>
                    <a:pt x="5103" y="12174"/>
                  </a:lnTo>
                  <a:lnTo>
                    <a:pt x="6169" y="12174"/>
                  </a:lnTo>
                  <a:lnTo>
                    <a:pt x="6169" y="12659"/>
                  </a:lnTo>
                  <a:cubicBezTo>
                    <a:pt x="6169" y="12798"/>
                    <a:pt x="6265" y="12908"/>
                    <a:pt x="6391" y="12938"/>
                  </a:cubicBezTo>
                  <a:cubicBezTo>
                    <a:pt x="6405" y="12940"/>
                    <a:pt x="6419" y="12941"/>
                    <a:pt x="6432" y="12941"/>
                  </a:cubicBezTo>
                  <a:cubicBezTo>
                    <a:pt x="6579" y="12941"/>
                    <a:pt x="6693" y="12812"/>
                    <a:pt x="6693" y="12672"/>
                  </a:cubicBezTo>
                  <a:lnTo>
                    <a:pt x="6693" y="12174"/>
                  </a:lnTo>
                  <a:lnTo>
                    <a:pt x="7759" y="12174"/>
                  </a:lnTo>
                  <a:lnTo>
                    <a:pt x="7759" y="13283"/>
                  </a:lnTo>
                  <a:cubicBezTo>
                    <a:pt x="7759" y="13419"/>
                    <a:pt x="7855" y="13532"/>
                    <a:pt x="7981" y="13559"/>
                  </a:cubicBezTo>
                  <a:cubicBezTo>
                    <a:pt x="7995" y="13561"/>
                    <a:pt x="8009" y="13562"/>
                    <a:pt x="8023" y="13562"/>
                  </a:cubicBezTo>
                  <a:cubicBezTo>
                    <a:pt x="8169" y="13562"/>
                    <a:pt x="8283" y="13436"/>
                    <a:pt x="8283" y="13296"/>
                  </a:cubicBezTo>
                  <a:lnTo>
                    <a:pt x="8283" y="12174"/>
                  </a:lnTo>
                  <a:lnTo>
                    <a:pt x="9349" y="12174"/>
                  </a:lnTo>
                  <a:lnTo>
                    <a:pt x="9349" y="12659"/>
                  </a:lnTo>
                  <a:cubicBezTo>
                    <a:pt x="9349" y="12798"/>
                    <a:pt x="9445" y="12908"/>
                    <a:pt x="9571" y="12938"/>
                  </a:cubicBezTo>
                  <a:cubicBezTo>
                    <a:pt x="9585" y="12940"/>
                    <a:pt x="9599" y="12941"/>
                    <a:pt x="9612" y="12941"/>
                  </a:cubicBezTo>
                  <a:cubicBezTo>
                    <a:pt x="9760" y="12941"/>
                    <a:pt x="9877" y="12812"/>
                    <a:pt x="9877" y="12672"/>
                  </a:cubicBezTo>
                  <a:lnTo>
                    <a:pt x="9877" y="12174"/>
                  </a:lnTo>
                  <a:lnTo>
                    <a:pt x="10939" y="12174"/>
                  </a:lnTo>
                  <a:lnTo>
                    <a:pt x="10939" y="12659"/>
                  </a:lnTo>
                  <a:cubicBezTo>
                    <a:pt x="10939" y="12798"/>
                    <a:pt x="11039" y="12908"/>
                    <a:pt x="11161" y="12938"/>
                  </a:cubicBezTo>
                  <a:cubicBezTo>
                    <a:pt x="11175" y="12940"/>
                    <a:pt x="11189" y="12941"/>
                    <a:pt x="11202" y="12941"/>
                  </a:cubicBezTo>
                  <a:cubicBezTo>
                    <a:pt x="11350" y="12941"/>
                    <a:pt x="11467" y="12812"/>
                    <a:pt x="11467" y="12672"/>
                  </a:cubicBezTo>
                  <a:lnTo>
                    <a:pt x="11467" y="12174"/>
                  </a:lnTo>
                  <a:lnTo>
                    <a:pt x="12532" y="12174"/>
                  </a:lnTo>
                  <a:lnTo>
                    <a:pt x="12532" y="13283"/>
                  </a:lnTo>
                  <a:cubicBezTo>
                    <a:pt x="12532" y="13419"/>
                    <a:pt x="12615" y="13532"/>
                    <a:pt x="12752" y="13559"/>
                  </a:cubicBezTo>
                  <a:cubicBezTo>
                    <a:pt x="12766" y="13561"/>
                    <a:pt x="12780" y="13562"/>
                    <a:pt x="12793" y="13562"/>
                  </a:cubicBezTo>
                  <a:cubicBezTo>
                    <a:pt x="12940" y="13562"/>
                    <a:pt x="13057" y="13436"/>
                    <a:pt x="13057" y="13296"/>
                  </a:cubicBezTo>
                  <a:lnTo>
                    <a:pt x="13057" y="12174"/>
                  </a:lnTo>
                  <a:lnTo>
                    <a:pt x="13319" y="12174"/>
                  </a:lnTo>
                  <a:cubicBezTo>
                    <a:pt x="13664" y="12174"/>
                    <a:pt x="13664" y="11663"/>
                    <a:pt x="13319" y="11650"/>
                  </a:cubicBezTo>
                  <a:lnTo>
                    <a:pt x="11467" y="11650"/>
                  </a:lnTo>
                  <a:lnTo>
                    <a:pt x="11467" y="4665"/>
                  </a:lnTo>
                  <a:cubicBezTo>
                    <a:pt x="11467" y="4513"/>
                    <a:pt x="11341" y="4390"/>
                    <a:pt x="11205" y="4390"/>
                  </a:cubicBezTo>
                  <a:lnTo>
                    <a:pt x="10677" y="4390"/>
                  </a:lnTo>
                  <a:lnTo>
                    <a:pt x="10677" y="529"/>
                  </a:lnTo>
                  <a:lnTo>
                    <a:pt x="11205" y="529"/>
                  </a:lnTo>
                  <a:cubicBezTo>
                    <a:pt x="11550" y="516"/>
                    <a:pt x="11550" y="18"/>
                    <a:pt x="11205" y="5"/>
                  </a:cubicBezTo>
                  <a:lnTo>
                    <a:pt x="10401" y="5"/>
                  </a:lnTo>
                  <a:cubicBezTo>
                    <a:pt x="10395" y="5"/>
                    <a:pt x="10388" y="5"/>
                    <a:pt x="10381" y="5"/>
                  </a:cubicBezTo>
                  <a:cubicBezTo>
                    <a:pt x="8328" y="5"/>
                    <a:pt x="8584" y="4596"/>
                    <a:pt x="7234" y="4762"/>
                  </a:cubicBezTo>
                  <a:cubicBezTo>
                    <a:pt x="5830" y="4692"/>
                    <a:pt x="5824" y="1581"/>
                    <a:pt x="4076" y="1581"/>
                  </a:cubicBezTo>
                  <a:cubicBezTo>
                    <a:pt x="4068" y="1581"/>
                    <a:pt x="4059" y="1581"/>
                    <a:pt x="4051" y="1582"/>
                  </a:cubicBezTo>
                  <a:lnTo>
                    <a:pt x="3251" y="1582"/>
                  </a:lnTo>
                  <a:cubicBezTo>
                    <a:pt x="2906" y="1595"/>
                    <a:pt x="2906" y="2106"/>
                    <a:pt x="3251" y="2119"/>
                  </a:cubicBezTo>
                  <a:lnTo>
                    <a:pt x="3789" y="2119"/>
                  </a:lnTo>
                  <a:lnTo>
                    <a:pt x="3789" y="5980"/>
                  </a:lnTo>
                  <a:lnTo>
                    <a:pt x="3251" y="5980"/>
                  </a:lnTo>
                  <a:cubicBezTo>
                    <a:pt x="3111" y="5980"/>
                    <a:pt x="2989" y="6103"/>
                    <a:pt x="2989" y="6242"/>
                  </a:cubicBezTo>
                  <a:lnTo>
                    <a:pt x="2989" y="11650"/>
                  </a:lnTo>
                  <a:lnTo>
                    <a:pt x="1936" y="11650"/>
                  </a:lnTo>
                  <a:lnTo>
                    <a:pt x="1936" y="267"/>
                  </a:lnTo>
                  <a:cubicBezTo>
                    <a:pt x="1936" y="141"/>
                    <a:pt x="1840" y="18"/>
                    <a:pt x="1701" y="5"/>
                  </a:cubicBezTo>
                  <a:cubicBezTo>
                    <a:pt x="1684" y="2"/>
                    <a:pt x="1668" y="0"/>
                    <a:pt x="16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66" name="Google Shape;866;p37"/>
            <p:cNvGrpSpPr/>
            <p:nvPr/>
          </p:nvGrpSpPr>
          <p:grpSpPr>
            <a:xfrm>
              <a:off x="6584113" y="1390075"/>
              <a:ext cx="339200" cy="304675"/>
              <a:chOff x="5553875" y="2135725"/>
              <a:chExt cx="339200" cy="304675"/>
            </a:xfrm>
          </p:grpSpPr>
          <p:sp>
            <p:nvSpPr>
              <p:cNvPr id="867" name="Google Shape;867;p37"/>
              <p:cNvSpPr/>
              <p:nvPr/>
            </p:nvSpPr>
            <p:spPr>
              <a:xfrm>
                <a:off x="5736025" y="2135725"/>
                <a:ext cx="157050" cy="139675"/>
              </a:xfrm>
              <a:custGeom>
                <a:rect b="b" l="l" r="r" t="t"/>
                <a:pathLst>
                  <a:path extrusionOk="0" h="5587" w="6282">
                    <a:moveTo>
                      <a:pt x="5744" y="525"/>
                    </a:moveTo>
                    <a:lnTo>
                      <a:pt x="5744" y="1052"/>
                    </a:lnTo>
                    <a:lnTo>
                      <a:pt x="4167" y="1052"/>
                    </a:lnTo>
                    <a:lnTo>
                      <a:pt x="4167" y="525"/>
                    </a:lnTo>
                    <a:close/>
                    <a:moveTo>
                      <a:pt x="529" y="2131"/>
                    </a:moveTo>
                    <a:cubicBezTo>
                      <a:pt x="2092" y="2254"/>
                      <a:pt x="3337" y="3499"/>
                      <a:pt x="3460" y="5049"/>
                    </a:cubicBezTo>
                    <a:lnTo>
                      <a:pt x="529" y="5049"/>
                    </a:lnTo>
                    <a:lnTo>
                      <a:pt x="529" y="2131"/>
                    </a:lnTo>
                    <a:close/>
                    <a:moveTo>
                      <a:pt x="3888" y="0"/>
                    </a:moveTo>
                    <a:cubicBezTo>
                      <a:pt x="3752" y="0"/>
                      <a:pt x="3626" y="110"/>
                      <a:pt x="3626" y="262"/>
                    </a:cubicBezTo>
                    <a:lnTo>
                      <a:pt x="3626" y="525"/>
                    </a:lnTo>
                    <a:lnTo>
                      <a:pt x="2673" y="525"/>
                    </a:lnTo>
                    <a:cubicBezTo>
                      <a:pt x="2604" y="525"/>
                      <a:pt x="2534" y="555"/>
                      <a:pt x="2477" y="608"/>
                    </a:cubicBezTo>
                    <a:lnTo>
                      <a:pt x="1345" y="1743"/>
                    </a:lnTo>
                    <a:cubicBezTo>
                      <a:pt x="997" y="1647"/>
                      <a:pt x="638" y="1590"/>
                      <a:pt x="267" y="1590"/>
                    </a:cubicBezTo>
                    <a:cubicBezTo>
                      <a:pt x="127" y="1590"/>
                      <a:pt x="1" y="1703"/>
                      <a:pt x="1" y="1852"/>
                    </a:cubicBezTo>
                    <a:lnTo>
                      <a:pt x="1" y="5325"/>
                    </a:lnTo>
                    <a:cubicBezTo>
                      <a:pt x="1" y="5464"/>
                      <a:pt x="114" y="5587"/>
                      <a:pt x="267" y="5587"/>
                    </a:cubicBezTo>
                    <a:lnTo>
                      <a:pt x="3736" y="5587"/>
                    </a:lnTo>
                    <a:cubicBezTo>
                      <a:pt x="3888" y="5587"/>
                      <a:pt x="4001" y="5464"/>
                      <a:pt x="4001" y="5311"/>
                    </a:cubicBezTo>
                    <a:cubicBezTo>
                      <a:pt x="4001" y="3831"/>
                      <a:pt x="3128" y="2560"/>
                      <a:pt x="1883" y="1952"/>
                    </a:cubicBezTo>
                    <a:lnTo>
                      <a:pt x="2783" y="1052"/>
                    </a:lnTo>
                    <a:lnTo>
                      <a:pt x="3626" y="1052"/>
                    </a:lnTo>
                    <a:lnTo>
                      <a:pt x="3626" y="1315"/>
                    </a:lnTo>
                    <a:cubicBezTo>
                      <a:pt x="3626" y="1467"/>
                      <a:pt x="3752" y="1590"/>
                      <a:pt x="3888" y="1590"/>
                    </a:cubicBezTo>
                    <a:lnTo>
                      <a:pt x="6019" y="1590"/>
                    </a:lnTo>
                    <a:cubicBezTo>
                      <a:pt x="6159" y="1590"/>
                      <a:pt x="6282" y="1467"/>
                      <a:pt x="6282" y="1315"/>
                    </a:cubicBezTo>
                    <a:lnTo>
                      <a:pt x="6282" y="262"/>
                    </a:lnTo>
                    <a:cubicBezTo>
                      <a:pt x="6282" y="110"/>
                      <a:pt x="6159" y="0"/>
                      <a:pt x="60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37"/>
              <p:cNvSpPr/>
              <p:nvPr/>
            </p:nvSpPr>
            <p:spPr>
              <a:xfrm>
                <a:off x="5553875" y="2172075"/>
                <a:ext cx="339200" cy="268325"/>
              </a:xfrm>
              <a:custGeom>
                <a:rect b="b" l="l" r="r" t="t"/>
                <a:pathLst>
                  <a:path extrusionOk="0" h="10733" w="13568">
                    <a:moveTo>
                      <a:pt x="2115" y="525"/>
                    </a:moveTo>
                    <a:lnTo>
                      <a:pt x="2115" y="1062"/>
                    </a:lnTo>
                    <a:lnTo>
                      <a:pt x="538" y="1062"/>
                    </a:lnTo>
                    <a:lnTo>
                      <a:pt x="538" y="525"/>
                    </a:lnTo>
                    <a:close/>
                    <a:moveTo>
                      <a:pt x="5753" y="2211"/>
                    </a:moveTo>
                    <a:lnTo>
                      <a:pt x="5753" y="5242"/>
                    </a:lnTo>
                    <a:lnTo>
                      <a:pt x="3124" y="6762"/>
                    </a:lnTo>
                    <a:cubicBezTo>
                      <a:pt x="2142" y="4797"/>
                      <a:pt x="3569" y="2350"/>
                      <a:pt x="5753" y="2211"/>
                    </a:cubicBezTo>
                    <a:close/>
                    <a:moveTo>
                      <a:pt x="9196" y="5670"/>
                    </a:moveTo>
                    <a:cubicBezTo>
                      <a:pt x="9129" y="6653"/>
                      <a:pt x="8602" y="7496"/>
                      <a:pt x="7841" y="8033"/>
                    </a:cubicBezTo>
                    <a:lnTo>
                      <a:pt x="6474" y="5670"/>
                    </a:lnTo>
                    <a:close/>
                    <a:moveTo>
                      <a:pt x="5919" y="5766"/>
                    </a:moveTo>
                    <a:lnTo>
                      <a:pt x="7370" y="8299"/>
                    </a:lnTo>
                    <a:cubicBezTo>
                      <a:pt x="6960" y="8504"/>
                      <a:pt x="6508" y="8600"/>
                      <a:pt x="6053" y="8600"/>
                    </a:cubicBezTo>
                    <a:cubicBezTo>
                      <a:pt x="5004" y="8600"/>
                      <a:pt x="3943" y="8089"/>
                      <a:pt x="3373" y="7220"/>
                    </a:cubicBezTo>
                    <a:lnTo>
                      <a:pt x="5919" y="5766"/>
                    </a:lnTo>
                    <a:close/>
                    <a:moveTo>
                      <a:pt x="2115" y="9667"/>
                    </a:moveTo>
                    <a:lnTo>
                      <a:pt x="2115" y="10191"/>
                    </a:lnTo>
                    <a:lnTo>
                      <a:pt x="538" y="10191"/>
                    </a:lnTo>
                    <a:lnTo>
                      <a:pt x="538" y="9667"/>
                    </a:lnTo>
                    <a:close/>
                    <a:moveTo>
                      <a:pt x="13030" y="9667"/>
                    </a:moveTo>
                    <a:lnTo>
                      <a:pt x="13030" y="10191"/>
                    </a:lnTo>
                    <a:lnTo>
                      <a:pt x="11453" y="10191"/>
                    </a:lnTo>
                    <a:lnTo>
                      <a:pt x="11453" y="9667"/>
                    </a:lnTo>
                    <a:close/>
                    <a:moveTo>
                      <a:pt x="263" y="0"/>
                    </a:moveTo>
                    <a:cubicBezTo>
                      <a:pt x="123" y="0"/>
                      <a:pt x="0" y="123"/>
                      <a:pt x="0" y="262"/>
                    </a:cubicBezTo>
                    <a:lnTo>
                      <a:pt x="0" y="1328"/>
                    </a:lnTo>
                    <a:cubicBezTo>
                      <a:pt x="0" y="1464"/>
                      <a:pt x="123" y="1590"/>
                      <a:pt x="263" y="1590"/>
                    </a:cubicBezTo>
                    <a:lnTo>
                      <a:pt x="2391" y="1590"/>
                    </a:lnTo>
                    <a:cubicBezTo>
                      <a:pt x="2530" y="1590"/>
                      <a:pt x="2656" y="1464"/>
                      <a:pt x="2656" y="1328"/>
                    </a:cubicBezTo>
                    <a:lnTo>
                      <a:pt x="2656" y="1062"/>
                    </a:lnTo>
                    <a:lnTo>
                      <a:pt x="3499" y="1062"/>
                    </a:lnTo>
                    <a:lnTo>
                      <a:pt x="4452" y="2005"/>
                    </a:lnTo>
                    <a:cubicBezTo>
                      <a:pt x="1604" y="3303"/>
                      <a:pt x="1561" y="7426"/>
                      <a:pt x="4399" y="8767"/>
                    </a:cubicBezTo>
                    <a:lnTo>
                      <a:pt x="3499" y="9667"/>
                    </a:lnTo>
                    <a:lnTo>
                      <a:pt x="2656" y="9667"/>
                    </a:lnTo>
                    <a:lnTo>
                      <a:pt x="2656" y="9404"/>
                    </a:lnTo>
                    <a:cubicBezTo>
                      <a:pt x="2656" y="9252"/>
                      <a:pt x="2530" y="9142"/>
                      <a:pt x="2391" y="9142"/>
                    </a:cubicBezTo>
                    <a:lnTo>
                      <a:pt x="263" y="9142"/>
                    </a:lnTo>
                    <a:cubicBezTo>
                      <a:pt x="123" y="9142"/>
                      <a:pt x="0" y="9252"/>
                      <a:pt x="0" y="9404"/>
                    </a:cubicBezTo>
                    <a:lnTo>
                      <a:pt x="0" y="10457"/>
                    </a:lnTo>
                    <a:cubicBezTo>
                      <a:pt x="0" y="10606"/>
                      <a:pt x="123" y="10732"/>
                      <a:pt x="263" y="10732"/>
                    </a:cubicBezTo>
                    <a:lnTo>
                      <a:pt x="2391" y="10732"/>
                    </a:lnTo>
                    <a:cubicBezTo>
                      <a:pt x="2530" y="10732"/>
                      <a:pt x="2656" y="10606"/>
                      <a:pt x="2656" y="10457"/>
                    </a:cubicBezTo>
                    <a:lnTo>
                      <a:pt x="2656" y="10191"/>
                    </a:lnTo>
                    <a:lnTo>
                      <a:pt x="3609" y="10191"/>
                    </a:lnTo>
                    <a:cubicBezTo>
                      <a:pt x="3679" y="10191"/>
                      <a:pt x="3748" y="10165"/>
                      <a:pt x="3801" y="10125"/>
                    </a:cubicBezTo>
                    <a:lnTo>
                      <a:pt x="4937" y="8976"/>
                    </a:lnTo>
                    <a:cubicBezTo>
                      <a:pt x="5272" y="9082"/>
                      <a:pt x="5630" y="9133"/>
                      <a:pt x="5990" y="9133"/>
                    </a:cubicBezTo>
                    <a:cubicBezTo>
                      <a:pt x="6759" y="9133"/>
                      <a:pt x="7539" y="8901"/>
                      <a:pt x="8133" y="8478"/>
                    </a:cubicBezTo>
                    <a:lnTo>
                      <a:pt x="9763" y="10125"/>
                    </a:lnTo>
                    <a:cubicBezTo>
                      <a:pt x="9820" y="10165"/>
                      <a:pt x="9890" y="10191"/>
                      <a:pt x="9959" y="10191"/>
                    </a:cubicBezTo>
                    <a:lnTo>
                      <a:pt x="10912" y="10191"/>
                    </a:lnTo>
                    <a:lnTo>
                      <a:pt x="10912" y="10457"/>
                    </a:lnTo>
                    <a:cubicBezTo>
                      <a:pt x="10912" y="10606"/>
                      <a:pt x="11038" y="10732"/>
                      <a:pt x="11174" y="10732"/>
                    </a:cubicBezTo>
                    <a:lnTo>
                      <a:pt x="13305" y="10732"/>
                    </a:lnTo>
                    <a:cubicBezTo>
                      <a:pt x="13445" y="10732"/>
                      <a:pt x="13568" y="10606"/>
                      <a:pt x="13568" y="10457"/>
                    </a:cubicBezTo>
                    <a:lnTo>
                      <a:pt x="13568" y="9404"/>
                    </a:lnTo>
                    <a:cubicBezTo>
                      <a:pt x="13568" y="9252"/>
                      <a:pt x="13445" y="9142"/>
                      <a:pt x="13305" y="9142"/>
                    </a:cubicBezTo>
                    <a:lnTo>
                      <a:pt x="11174" y="9142"/>
                    </a:lnTo>
                    <a:cubicBezTo>
                      <a:pt x="11038" y="9142"/>
                      <a:pt x="10912" y="9252"/>
                      <a:pt x="10912" y="9404"/>
                    </a:cubicBezTo>
                    <a:lnTo>
                      <a:pt x="10912" y="9667"/>
                    </a:lnTo>
                    <a:lnTo>
                      <a:pt x="10069" y="9667"/>
                    </a:lnTo>
                    <a:lnTo>
                      <a:pt x="8548" y="8146"/>
                    </a:lnTo>
                    <a:cubicBezTo>
                      <a:pt x="9279" y="7469"/>
                      <a:pt x="9750" y="6487"/>
                      <a:pt x="9750" y="5408"/>
                    </a:cubicBezTo>
                    <a:cubicBezTo>
                      <a:pt x="9750" y="5255"/>
                      <a:pt x="9627" y="5129"/>
                      <a:pt x="9475" y="5129"/>
                    </a:cubicBezTo>
                    <a:lnTo>
                      <a:pt x="6278" y="5129"/>
                    </a:lnTo>
                    <a:lnTo>
                      <a:pt x="6278" y="1935"/>
                    </a:lnTo>
                    <a:cubicBezTo>
                      <a:pt x="6278" y="1783"/>
                      <a:pt x="6155" y="1660"/>
                      <a:pt x="6016" y="1660"/>
                    </a:cubicBezTo>
                    <a:cubicBezTo>
                      <a:pt x="5657" y="1660"/>
                      <a:pt x="5325" y="1713"/>
                      <a:pt x="4993" y="1809"/>
                    </a:cubicBezTo>
                    <a:lnTo>
                      <a:pt x="3801" y="608"/>
                    </a:lnTo>
                    <a:cubicBezTo>
                      <a:pt x="3748" y="551"/>
                      <a:pt x="3679" y="525"/>
                      <a:pt x="3609" y="525"/>
                    </a:cubicBezTo>
                    <a:lnTo>
                      <a:pt x="2656" y="525"/>
                    </a:lnTo>
                    <a:lnTo>
                      <a:pt x="2656" y="262"/>
                    </a:lnTo>
                    <a:cubicBezTo>
                      <a:pt x="2656" y="123"/>
                      <a:pt x="2530" y="0"/>
                      <a:pt x="23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9" name="Google Shape;869;p37"/>
            <p:cNvGrpSpPr/>
            <p:nvPr/>
          </p:nvGrpSpPr>
          <p:grpSpPr>
            <a:xfrm>
              <a:off x="4179438" y="1372888"/>
              <a:ext cx="341675" cy="339075"/>
              <a:chOff x="4026125" y="2118350"/>
              <a:chExt cx="341675" cy="339075"/>
            </a:xfrm>
          </p:grpSpPr>
          <p:sp>
            <p:nvSpPr>
              <p:cNvPr id="870" name="Google Shape;870;p37"/>
              <p:cNvSpPr/>
              <p:nvPr/>
            </p:nvSpPr>
            <p:spPr>
              <a:xfrm>
                <a:off x="4026125" y="2118350"/>
                <a:ext cx="341675" cy="339075"/>
              </a:xfrm>
              <a:custGeom>
                <a:rect b="b" l="l" r="r" t="t"/>
                <a:pathLst>
                  <a:path extrusionOk="0" h="13563" w="13667">
                    <a:moveTo>
                      <a:pt x="1655" y="0"/>
                    </a:moveTo>
                    <a:cubicBezTo>
                      <a:pt x="1511" y="0"/>
                      <a:pt x="1398" y="117"/>
                      <a:pt x="1398" y="267"/>
                    </a:cubicBezTo>
                    <a:lnTo>
                      <a:pt x="1398" y="1220"/>
                    </a:lnTo>
                    <a:lnTo>
                      <a:pt x="292" y="1220"/>
                    </a:lnTo>
                    <a:cubicBezTo>
                      <a:pt x="166" y="1220"/>
                      <a:pt x="43" y="1319"/>
                      <a:pt x="30" y="1442"/>
                    </a:cubicBezTo>
                    <a:cubicBezTo>
                      <a:pt x="0" y="1608"/>
                      <a:pt x="126" y="1747"/>
                      <a:pt x="292" y="1747"/>
                    </a:cubicBezTo>
                    <a:lnTo>
                      <a:pt x="1398" y="1747"/>
                    </a:lnTo>
                    <a:lnTo>
                      <a:pt x="1398" y="2813"/>
                    </a:lnTo>
                    <a:lnTo>
                      <a:pt x="913" y="2813"/>
                    </a:lnTo>
                    <a:cubicBezTo>
                      <a:pt x="790" y="2813"/>
                      <a:pt x="664" y="2909"/>
                      <a:pt x="651" y="3032"/>
                    </a:cubicBezTo>
                    <a:cubicBezTo>
                      <a:pt x="624" y="3198"/>
                      <a:pt x="747" y="3338"/>
                      <a:pt x="913" y="3338"/>
                    </a:cubicBezTo>
                    <a:lnTo>
                      <a:pt x="1398" y="3338"/>
                    </a:lnTo>
                    <a:lnTo>
                      <a:pt x="1398" y="4403"/>
                    </a:lnTo>
                    <a:lnTo>
                      <a:pt x="913" y="4403"/>
                    </a:lnTo>
                    <a:cubicBezTo>
                      <a:pt x="790" y="4403"/>
                      <a:pt x="664" y="4499"/>
                      <a:pt x="651" y="4622"/>
                    </a:cubicBezTo>
                    <a:cubicBezTo>
                      <a:pt x="624" y="4788"/>
                      <a:pt x="747" y="4928"/>
                      <a:pt x="913" y="4928"/>
                    </a:cubicBezTo>
                    <a:lnTo>
                      <a:pt x="1398" y="4928"/>
                    </a:lnTo>
                    <a:lnTo>
                      <a:pt x="1398" y="5993"/>
                    </a:lnTo>
                    <a:lnTo>
                      <a:pt x="292" y="5993"/>
                    </a:lnTo>
                    <a:cubicBezTo>
                      <a:pt x="166" y="5993"/>
                      <a:pt x="43" y="6076"/>
                      <a:pt x="30" y="6216"/>
                    </a:cubicBezTo>
                    <a:cubicBezTo>
                      <a:pt x="0" y="6382"/>
                      <a:pt x="126" y="6518"/>
                      <a:pt x="292" y="6518"/>
                    </a:cubicBezTo>
                    <a:lnTo>
                      <a:pt x="1398" y="6518"/>
                    </a:lnTo>
                    <a:lnTo>
                      <a:pt x="1398" y="7583"/>
                    </a:lnTo>
                    <a:lnTo>
                      <a:pt x="913" y="7583"/>
                    </a:lnTo>
                    <a:cubicBezTo>
                      <a:pt x="790" y="7583"/>
                      <a:pt x="664" y="7666"/>
                      <a:pt x="651" y="7806"/>
                    </a:cubicBezTo>
                    <a:cubicBezTo>
                      <a:pt x="624" y="7972"/>
                      <a:pt x="747" y="8108"/>
                      <a:pt x="913" y="8108"/>
                    </a:cubicBezTo>
                    <a:lnTo>
                      <a:pt x="1398" y="8108"/>
                    </a:lnTo>
                    <a:lnTo>
                      <a:pt x="1398" y="9160"/>
                    </a:lnTo>
                    <a:lnTo>
                      <a:pt x="913" y="9160"/>
                    </a:lnTo>
                    <a:cubicBezTo>
                      <a:pt x="790" y="9160"/>
                      <a:pt x="664" y="9256"/>
                      <a:pt x="651" y="9396"/>
                    </a:cubicBezTo>
                    <a:cubicBezTo>
                      <a:pt x="624" y="9562"/>
                      <a:pt x="747" y="9701"/>
                      <a:pt x="913" y="9701"/>
                    </a:cubicBezTo>
                    <a:lnTo>
                      <a:pt x="1398" y="9701"/>
                    </a:lnTo>
                    <a:lnTo>
                      <a:pt x="1398" y="10750"/>
                    </a:lnTo>
                    <a:lnTo>
                      <a:pt x="292" y="10750"/>
                    </a:lnTo>
                    <a:cubicBezTo>
                      <a:pt x="166" y="10750"/>
                      <a:pt x="43" y="10846"/>
                      <a:pt x="30" y="10986"/>
                    </a:cubicBezTo>
                    <a:cubicBezTo>
                      <a:pt x="0" y="11139"/>
                      <a:pt x="126" y="11291"/>
                      <a:pt x="292" y="11291"/>
                    </a:cubicBezTo>
                    <a:lnTo>
                      <a:pt x="1398" y="11291"/>
                    </a:lnTo>
                    <a:lnTo>
                      <a:pt x="1398" y="11925"/>
                    </a:lnTo>
                    <a:cubicBezTo>
                      <a:pt x="1398" y="12065"/>
                      <a:pt x="1524" y="12191"/>
                      <a:pt x="1660" y="12191"/>
                    </a:cubicBezTo>
                    <a:lnTo>
                      <a:pt x="2988" y="12191"/>
                    </a:lnTo>
                    <a:lnTo>
                      <a:pt x="2988" y="13296"/>
                    </a:lnTo>
                    <a:cubicBezTo>
                      <a:pt x="2988" y="13419"/>
                      <a:pt x="3084" y="13545"/>
                      <a:pt x="3210" y="13559"/>
                    </a:cubicBezTo>
                    <a:cubicBezTo>
                      <a:pt x="3226" y="13561"/>
                      <a:pt x="3241" y="13562"/>
                      <a:pt x="3255" y="13562"/>
                    </a:cubicBezTo>
                    <a:cubicBezTo>
                      <a:pt x="3401" y="13562"/>
                      <a:pt x="3516" y="13447"/>
                      <a:pt x="3516" y="13296"/>
                    </a:cubicBezTo>
                    <a:lnTo>
                      <a:pt x="3516" y="12191"/>
                    </a:lnTo>
                    <a:lnTo>
                      <a:pt x="4578" y="12191"/>
                    </a:lnTo>
                    <a:lnTo>
                      <a:pt x="4578" y="12672"/>
                    </a:lnTo>
                    <a:cubicBezTo>
                      <a:pt x="4578" y="12798"/>
                      <a:pt x="4678" y="12921"/>
                      <a:pt x="4800" y="12938"/>
                    </a:cubicBezTo>
                    <a:cubicBezTo>
                      <a:pt x="4815" y="12940"/>
                      <a:pt x="4830" y="12941"/>
                      <a:pt x="4844" y="12941"/>
                    </a:cubicBezTo>
                    <a:cubicBezTo>
                      <a:pt x="4990" y="12941"/>
                      <a:pt x="5106" y="12823"/>
                      <a:pt x="5106" y="12672"/>
                    </a:cubicBezTo>
                    <a:lnTo>
                      <a:pt x="5106" y="12191"/>
                    </a:lnTo>
                    <a:lnTo>
                      <a:pt x="6171" y="12191"/>
                    </a:lnTo>
                    <a:lnTo>
                      <a:pt x="6171" y="12672"/>
                    </a:lnTo>
                    <a:cubicBezTo>
                      <a:pt x="6171" y="12798"/>
                      <a:pt x="6268" y="12921"/>
                      <a:pt x="6390" y="12938"/>
                    </a:cubicBezTo>
                    <a:cubicBezTo>
                      <a:pt x="6405" y="12940"/>
                      <a:pt x="6420" y="12941"/>
                      <a:pt x="6434" y="12941"/>
                    </a:cubicBezTo>
                    <a:cubicBezTo>
                      <a:pt x="6580" y="12941"/>
                      <a:pt x="6696" y="12823"/>
                      <a:pt x="6696" y="12672"/>
                    </a:cubicBezTo>
                    <a:lnTo>
                      <a:pt x="6696" y="12191"/>
                    </a:lnTo>
                    <a:lnTo>
                      <a:pt x="7761" y="12191"/>
                    </a:lnTo>
                    <a:lnTo>
                      <a:pt x="7761" y="13296"/>
                    </a:lnTo>
                    <a:cubicBezTo>
                      <a:pt x="7761" y="13419"/>
                      <a:pt x="7844" y="13545"/>
                      <a:pt x="7980" y="13559"/>
                    </a:cubicBezTo>
                    <a:cubicBezTo>
                      <a:pt x="7996" y="13561"/>
                      <a:pt x="8011" y="13562"/>
                      <a:pt x="8025" y="13562"/>
                    </a:cubicBezTo>
                    <a:cubicBezTo>
                      <a:pt x="8171" y="13562"/>
                      <a:pt x="8286" y="13447"/>
                      <a:pt x="8286" y="13296"/>
                    </a:cubicBezTo>
                    <a:lnTo>
                      <a:pt x="8286" y="12191"/>
                    </a:lnTo>
                    <a:lnTo>
                      <a:pt x="9351" y="12191"/>
                    </a:lnTo>
                    <a:lnTo>
                      <a:pt x="9351" y="12672"/>
                    </a:lnTo>
                    <a:cubicBezTo>
                      <a:pt x="9351" y="12798"/>
                      <a:pt x="9434" y="12921"/>
                      <a:pt x="9574" y="12938"/>
                    </a:cubicBezTo>
                    <a:cubicBezTo>
                      <a:pt x="9589" y="12940"/>
                      <a:pt x="9604" y="12941"/>
                      <a:pt x="9618" y="12941"/>
                    </a:cubicBezTo>
                    <a:cubicBezTo>
                      <a:pt x="9763" y="12941"/>
                      <a:pt x="9876" y="12823"/>
                      <a:pt x="9876" y="12672"/>
                    </a:cubicBezTo>
                    <a:lnTo>
                      <a:pt x="9876" y="12191"/>
                    </a:lnTo>
                    <a:lnTo>
                      <a:pt x="10928" y="12191"/>
                    </a:lnTo>
                    <a:lnTo>
                      <a:pt x="10928" y="12672"/>
                    </a:lnTo>
                    <a:cubicBezTo>
                      <a:pt x="10928" y="12798"/>
                      <a:pt x="11025" y="12921"/>
                      <a:pt x="11164" y="12938"/>
                    </a:cubicBezTo>
                    <a:cubicBezTo>
                      <a:pt x="11179" y="12940"/>
                      <a:pt x="11194" y="12941"/>
                      <a:pt x="11208" y="12941"/>
                    </a:cubicBezTo>
                    <a:cubicBezTo>
                      <a:pt x="11353" y="12941"/>
                      <a:pt x="11466" y="12823"/>
                      <a:pt x="11466" y="12672"/>
                    </a:cubicBezTo>
                    <a:lnTo>
                      <a:pt x="11466" y="12191"/>
                    </a:lnTo>
                    <a:lnTo>
                      <a:pt x="12518" y="12191"/>
                    </a:lnTo>
                    <a:lnTo>
                      <a:pt x="12518" y="13296"/>
                    </a:lnTo>
                    <a:cubicBezTo>
                      <a:pt x="12518" y="13419"/>
                      <a:pt x="12615" y="13545"/>
                      <a:pt x="12754" y="13559"/>
                    </a:cubicBezTo>
                    <a:cubicBezTo>
                      <a:pt x="12769" y="13561"/>
                      <a:pt x="12784" y="13562"/>
                      <a:pt x="12799" y="13562"/>
                    </a:cubicBezTo>
                    <a:cubicBezTo>
                      <a:pt x="12944" y="13562"/>
                      <a:pt x="13059" y="13447"/>
                      <a:pt x="13059" y="13296"/>
                    </a:cubicBezTo>
                    <a:lnTo>
                      <a:pt x="13059" y="12191"/>
                    </a:lnTo>
                    <a:lnTo>
                      <a:pt x="13322" y="12191"/>
                    </a:lnTo>
                    <a:cubicBezTo>
                      <a:pt x="13667" y="12174"/>
                      <a:pt x="13667" y="11663"/>
                      <a:pt x="13322" y="11650"/>
                    </a:cubicBezTo>
                    <a:lnTo>
                      <a:pt x="1922" y="11650"/>
                    </a:lnTo>
                    <a:lnTo>
                      <a:pt x="1922" y="280"/>
                    </a:lnTo>
                    <a:cubicBezTo>
                      <a:pt x="1922" y="141"/>
                      <a:pt x="1839" y="18"/>
                      <a:pt x="1703" y="5"/>
                    </a:cubicBezTo>
                    <a:cubicBezTo>
                      <a:pt x="1687" y="2"/>
                      <a:pt x="1670" y="0"/>
                      <a:pt x="16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37"/>
              <p:cNvSpPr/>
              <p:nvPr/>
            </p:nvSpPr>
            <p:spPr>
              <a:xfrm>
                <a:off x="4120550" y="2148750"/>
                <a:ext cx="53225" cy="212175"/>
              </a:xfrm>
              <a:custGeom>
                <a:rect b="b" l="l" r="r" t="t"/>
                <a:pathLst>
                  <a:path extrusionOk="0" h="8487" w="2129">
                    <a:moveTo>
                      <a:pt x="1591" y="2122"/>
                    </a:moveTo>
                    <a:lnTo>
                      <a:pt x="1591" y="6367"/>
                    </a:lnTo>
                    <a:lnTo>
                      <a:pt x="539" y="6367"/>
                    </a:lnTo>
                    <a:lnTo>
                      <a:pt x="539" y="2122"/>
                    </a:lnTo>
                    <a:close/>
                    <a:moveTo>
                      <a:pt x="1066" y="0"/>
                    </a:moveTo>
                    <a:cubicBezTo>
                      <a:pt x="918" y="0"/>
                      <a:pt x="801" y="129"/>
                      <a:pt x="801" y="269"/>
                    </a:cubicBezTo>
                    <a:lnTo>
                      <a:pt x="801" y="1597"/>
                    </a:lnTo>
                    <a:lnTo>
                      <a:pt x="276" y="1597"/>
                    </a:lnTo>
                    <a:cubicBezTo>
                      <a:pt x="124" y="1597"/>
                      <a:pt x="1" y="1707"/>
                      <a:pt x="1" y="1859"/>
                    </a:cubicBezTo>
                    <a:lnTo>
                      <a:pt x="1" y="6630"/>
                    </a:lnTo>
                    <a:cubicBezTo>
                      <a:pt x="1" y="6769"/>
                      <a:pt x="124" y="6892"/>
                      <a:pt x="276" y="6892"/>
                    </a:cubicBezTo>
                    <a:lnTo>
                      <a:pt x="801" y="6892"/>
                    </a:lnTo>
                    <a:lnTo>
                      <a:pt x="801" y="8206"/>
                    </a:lnTo>
                    <a:cubicBezTo>
                      <a:pt x="801" y="8346"/>
                      <a:pt x="901" y="8455"/>
                      <a:pt x="1023" y="8485"/>
                    </a:cubicBezTo>
                    <a:cubicBezTo>
                      <a:pt x="1031" y="8486"/>
                      <a:pt x="1039" y="8486"/>
                      <a:pt x="1047" y="8486"/>
                    </a:cubicBezTo>
                    <a:cubicBezTo>
                      <a:pt x="1203" y="8486"/>
                      <a:pt x="1329" y="8365"/>
                      <a:pt x="1329" y="8220"/>
                    </a:cubicBezTo>
                    <a:lnTo>
                      <a:pt x="1329" y="6892"/>
                    </a:lnTo>
                    <a:lnTo>
                      <a:pt x="1853" y="6892"/>
                    </a:lnTo>
                    <a:cubicBezTo>
                      <a:pt x="2006" y="6892"/>
                      <a:pt x="2129" y="6769"/>
                      <a:pt x="2129" y="6630"/>
                    </a:cubicBezTo>
                    <a:lnTo>
                      <a:pt x="2129" y="1859"/>
                    </a:lnTo>
                    <a:cubicBezTo>
                      <a:pt x="2129" y="1707"/>
                      <a:pt x="2006" y="1597"/>
                      <a:pt x="1853" y="1597"/>
                    </a:cubicBezTo>
                    <a:lnTo>
                      <a:pt x="1329" y="1597"/>
                    </a:lnTo>
                    <a:lnTo>
                      <a:pt x="1329" y="282"/>
                    </a:lnTo>
                    <a:cubicBezTo>
                      <a:pt x="1329" y="143"/>
                      <a:pt x="1232" y="34"/>
                      <a:pt x="1106" y="4"/>
                    </a:cubicBezTo>
                    <a:cubicBezTo>
                      <a:pt x="1093" y="1"/>
                      <a:pt x="1079" y="0"/>
                      <a:pt x="10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37"/>
              <p:cNvSpPr/>
              <p:nvPr/>
            </p:nvSpPr>
            <p:spPr>
              <a:xfrm>
                <a:off x="4200075" y="2188550"/>
                <a:ext cx="52950" cy="211850"/>
              </a:xfrm>
              <a:custGeom>
                <a:rect b="b" l="l" r="r" t="t"/>
                <a:pathLst>
                  <a:path extrusionOk="0" h="8474" w="2118">
                    <a:moveTo>
                      <a:pt x="1590" y="2120"/>
                    </a:moveTo>
                    <a:lnTo>
                      <a:pt x="1590" y="6352"/>
                    </a:lnTo>
                    <a:lnTo>
                      <a:pt x="541" y="6352"/>
                    </a:lnTo>
                    <a:lnTo>
                      <a:pt x="541" y="2120"/>
                    </a:lnTo>
                    <a:close/>
                    <a:moveTo>
                      <a:pt x="1057" y="1"/>
                    </a:moveTo>
                    <a:cubicBezTo>
                      <a:pt x="914" y="1"/>
                      <a:pt x="803" y="118"/>
                      <a:pt x="803" y="267"/>
                    </a:cubicBezTo>
                    <a:lnTo>
                      <a:pt x="803" y="1595"/>
                    </a:lnTo>
                    <a:lnTo>
                      <a:pt x="262" y="1595"/>
                    </a:lnTo>
                    <a:cubicBezTo>
                      <a:pt x="126" y="1595"/>
                      <a:pt x="0" y="1705"/>
                      <a:pt x="0" y="1857"/>
                    </a:cubicBezTo>
                    <a:lnTo>
                      <a:pt x="0" y="6628"/>
                    </a:lnTo>
                    <a:cubicBezTo>
                      <a:pt x="0" y="6767"/>
                      <a:pt x="126" y="6893"/>
                      <a:pt x="262" y="6893"/>
                    </a:cubicBezTo>
                    <a:lnTo>
                      <a:pt x="803" y="6893"/>
                    </a:lnTo>
                    <a:lnTo>
                      <a:pt x="803" y="8204"/>
                    </a:lnTo>
                    <a:cubicBezTo>
                      <a:pt x="803" y="8331"/>
                      <a:pt x="886" y="8453"/>
                      <a:pt x="1022" y="8470"/>
                    </a:cubicBezTo>
                    <a:cubicBezTo>
                      <a:pt x="1037" y="8472"/>
                      <a:pt x="1052" y="8473"/>
                      <a:pt x="1067" y="8473"/>
                    </a:cubicBezTo>
                    <a:cubicBezTo>
                      <a:pt x="1212" y="8473"/>
                      <a:pt x="1328" y="8355"/>
                      <a:pt x="1328" y="8204"/>
                    </a:cubicBezTo>
                    <a:lnTo>
                      <a:pt x="1328" y="6893"/>
                    </a:lnTo>
                    <a:lnTo>
                      <a:pt x="1852" y="6893"/>
                    </a:lnTo>
                    <a:cubicBezTo>
                      <a:pt x="2005" y="6893"/>
                      <a:pt x="2118" y="6767"/>
                      <a:pt x="2118" y="6628"/>
                    </a:cubicBezTo>
                    <a:lnTo>
                      <a:pt x="2118" y="1857"/>
                    </a:lnTo>
                    <a:cubicBezTo>
                      <a:pt x="2118" y="1705"/>
                      <a:pt x="2005" y="1595"/>
                      <a:pt x="1852" y="1595"/>
                    </a:cubicBezTo>
                    <a:lnTo>
                      <a:pt x="1328" y="1595"/>
                    </a:lnTo>
                    <a:lnTo>
                      <a:pt x="1328" y="281"/>
                    </a:lnTo>
                    <a:cubicBezTo>
                      <a:pt x="1328" y="141"/>
                      <a:pt x="1232" y="18"/>
                      <a:pt x="1105" y="5"/>
                    </a:cubicBezTo>
                    <a:cubicBezTo>
                      <a:pt x="1089" y="2"/>
                      <a:pt x="1073" y="1"/>
                      <a:pt x="10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37"/>
              <p:cNvSpPr/>
              <p:nvPr/>
            </p:nvSpPr>
            <p:spPr>
              <a:xfrm>
                <a:off x="4279575" y="2148750"/>
                <a:ext cx="52975" cy="172350"/>
              </a:xfrm>
              <a:custGeom>
                <a:rect b="b" l="l" r="r" t="t"/>
                <a:pathLst>
                  <a:path extrusionOk="0" h="6894" w="2119">
                    <a:moveTo>
                      <a:pt x="1594" y="2122"/>
                    </a:moveTo>
                    <a:lnTo>
                      <a:pt x="1594" y="4777"/>
                    </a:lnTo>
                    <a:lnTo>
                      <a:pt x="528" y="4777"/>
                    </a:lnTo>
                    <a:lnTo>
                      <a:pt x="528" y="2122"/>
                    </a:lnTo>
                    <a:close/>
                    <a:moveTo>
                      <a:pt x="1058" y="0"/>
                    </a:moveTo>
                    <a:cubicBezTo>
                      <a:pt x="919" y="0"/>
                      <a:pt x="790" y="129"/>
                      <a:pt x="790" y="269"/>
                    </a:cubicBezTo>
                    <a:lnTo>
                      <a:pt x="790" y="1597"/>
                    </a:lnTo>
                    <a:lnTo>
                      <a:pt x="266" y="1597"/>
                    </a:lnTo>
                    <a:cubicBezTo>
                      <a:pt x="126" y="1597"/>
                      <a:pt x="0" y="1707"/>
                      <a:pt x="0" y="1859"/>
                    </a:cubicBezTo>
                    <a:lnTo>
                      <a:pt x="0" y="5039"/>
                    </a:lnTo>
                    <a:cubicBezTo>
                      <a:pt x="0" y="5179"/>
                      <a:pt x="126" y="5302"/>
                      <a:pt x="266" y="5302"/>
                    </a:cubicBezTo>
                    <a:lnTo>
                      <a:pt x="790" y="5302"/>
                    </a:lnTo>
                    <a:lnTo>
                      <a:pt x="790" y="6616"/>
                    </a:lnTo>
                    <a:cubicBezTo>
                      <a:pt x="790" y="6756"/>
                      <a:pt x="887" y="6865"/>
                      <a:pt x="1026" y="6892"/>
                    </a:cubicBezTo>
                    <a:cubicBezTo>
                      <a:pt x="1036" y="6893"/>
                      <a:pt x="1046" y="6893"/>
                      <a:pt x="1055" y="6893"/>
                    </a:cubicBezTo>
                    <a:cubicBezTo>
                      <a:pt x="1208" y="6893"/>
                      <a:pt x="1328" y="6773"/>
                      <a:pt x="1328" y="6630"/>
                    </a:cubicBezTo>
                    <a:lnTo>
                      <a:pt x="1328" y="5302"/>
                    </a:lnTo>
                    <a:lnTo>
                      <a:pt x="1856" y="5302"/>
                    </a:lnTo>
                    <a:cubicBezTo>
                      <a:pt x="2009" y="5302"/>
                      <a:pt x="2118" y="5179"/>
                      <a:pt x="2118" y="5039"/>
                    </a:cubicBezTo>
                    <a:lnTo>
                      <a:pt x="2118" y="1859"/>
                    </a:lnTo>
                    <a:cubicBezTo>
                      <a:pt x="2118" y="1707"/>
                      <a:pt x="2009" y="1597"/>
                      <a:pt x="1856" y="1597"/>
                    </a:cubicBezTo>
                    <a:lnTo>
                      <a:pt x="1328" y="1597"/>
                    </a:lnTo>
                    <a:lnTo>
                      <a:pt x="1328" y="282"/>
                    </a:lnTo>
                    <a:cubicBezTo>
                      <a:pt x="1328" y="143"/>
                      <a:pt x="1232" y="34"/>
                      <a:pt x="1096" y="4"/>
                    </a:cubicBezTo>
                    <a:cubicBezTo>
                      <a:pt x="1083" y="1"/>
                      <a:pt x="1070" y="0"/>
                      <a:pt x="10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74" name="Google Shape;874;p37"/>
          <p:cNvSpPr txBox="1"/>
          <p:nvPr>
            <p:ph idx="1" type="subTitle"/>
          </p:nvPr>
        </p:nvSpPr>
        <p:spPr>
          <a:xfrm>
            <a:off x="1440875" y="3691550"/>
            <a:ext cx="58530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methods provide transparency. Modern methods provide flexibility and often higher accuracy.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38"/>
          <p:cNvSpPr txBox="1"/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880" name="Google Shape;880;p38"/>
          <p:cNvSpPr txBox="1"/>
          <p:nvPr>
            <p:ph idx="2" type="title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881" name="Google Shape;881;p38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882" name="Google Shape;882;p38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883" name="Google Shape;883;p38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84" name="Google Shape;884;p38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5" name="Google Shape;885;p38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886" name="Google Shape;886;p38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87" name="Google Shape;887;p38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8" name="Google Shape;888;p38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889" name="Google Shape;889;p38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90" name="Google Shape;890;p38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1" name="Google Shape;891;p38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892" name="Google Shape;892;p38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93" name="Google Shape;893;p38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4" name="Google Shape;894;p38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895" name="Google Shape;895;p38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96" name="Google Shape;896;p38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7" name="Google Shape;897;p38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898" name="Google Shape;898;p3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9" name="Google Shape;899;p3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9"/>
          <p:cNvSpPr txBox="1"/>
          <p:nvPr>
            <p:ph type="title"/>
          </p:nvPr>
        </p:nvSpPr>
        <p:spPr>
          <a:xfrm>
            <a:off x="720000" y="3335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Preparation</a:t>
            </a:r>
            <a:endParaRPr/>
          </a:p>
        </p:txBody>
      </p:sp>
      <p:sp>
        <p:nvSpPr>
          <p:cNvPr id="905" name="Google Shape;905;p39"/>
          <p:cNvSpPr/>
          <p:nvPr/>
        </p:nvSpPr>
        <p:spPr>
          <a:xfrm>
            <a:off x="2280141" y="1183588"/>
            <a:ext cx="567000" cy="5670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FF9AE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906" name="Google Shape;906;p39"/>
          <p:cNvSpPr/>
          <p:nvPr/>
        </p:nvSpPr>
        <p:spPr>
          <a:xfrm>
            <a:off x="4286800" y="1183588"/>
            <a:ext cx="567000" cy="5670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FF9AE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907" name="Google Shape;907;p39"/>
          <p:cNvSpPr/>
          <p:nvPr/>
        </p:nvSpPr>
        <p:spPr>
          <a:xfrm>
            <a:off x="6293459" y="1183588"/>
            <a:ext cx="567000" cy="5670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FF9AE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cxnSp>
        <p:nvCxnSpPr>
          <p:cNvPr id="908" name="Google Shape;908;p39"/>
          <p:cNvCxnSpPr>
            <a:stCxn id="905" idx="3"/>
            <a:endCxn id="906" idx="1"/>
          </p:cNvCxnSpPr>
          <p:nvPr/>
        </p:nvCxnSpPr>
        <p:spPr>
          <a:xfrm>
            <a:off x="2847141" y="1467088"/>
            <a:ext cx="1439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909" name="Google Shape;909;p39"/>
          <p:cNvCxnSpPr>
            <a:stCxn id="906" idx="3"/>
            <a:endCxn id="907" idx="1"/>
          </p:cNvCxnSpPr>
          <p:nvPr/>
        </p:nvCxnSpPr>
        <p:spPr>
          <a:xfrm>
            <a:off x="4853800" y="1467088"/>
            <a:ext cx="1439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sp>
        <p:nvSpPr>
          <p:cNvPr id="910" name="Google Shape;910;p39"/>
          <p:cNvSpPr txBox="1"/>
          <p:nvPr/>
        </p:nvSpPr>
        <p:spPr>
          <a:xfrm>
            <a:off x="1721629" y="1952250"/>
            <a:ext cx="1690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Data Cleaning</a:t>
            </a:r>
            <a:endParaRPr sz="16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11" name="Google Shape;911;p39"/>
          <p:cNvSpPr txBox="1"/>
          <p:nvPr/>
        </p:nvSpPr>
        <p:spPr>
          <a:xfrm>
            <a:off x="1718254" y="2363849"/>
            <a:ext cx="16908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Removing rows w/ NAs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Replacing NAs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Reformatting to Tidy form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12" name="Google Shape;912;p39"/>
          <p:cNvSpPr txBox="1"/>
          <p:nvPr/>
        </p:nvSpPr>
        <p:spPr>
          <a:xfrm>
            <a:off x="3728288" y="1952250"/>
            <a:ext cx="1690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Selecting Variables</a:t>
            </a:r>
            <a:endParaRPr sz="16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13" name="Google Shape;913;p39"/>
          <p:cNvSpPr txBox="1"/>
          <p:nvPr/>
        </p:nvSpPr>
        <p:spPr>
          <a:xfrm>
            <a:off x="3724925" y="2363849"/>
            <a:ext cx="16908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Removing Insignificant Variables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Evaluating VIFs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Removing highly correlated variables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14" name="Google Shape;914;p39"/>
          <p:cNvSpPr txBox="1"/>
          <p:nvPr/>
        </p:nvSpPr>
        <p:spPr>
          <a:xfrm>
            <a:off x="5734946" y="1952250"/>
            <a:ext cx="1690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Final Predictors</a:t>
            </a:r>
            <a:endParaRPr sz="16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15" name="Google Shape;915;p39"/>
          <p:cNvSpPr txBox="1"/>
          <p:nvPr/>
        </p:nvSpPr>
        <p:spPr>
          <a:xfrm>
            <a:off x="5731559" y="2363849"/>
            <a:ext cx="16908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White Blood Cell Count 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Platelet Count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Number of Major Vessels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Number of follow-ups, 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Lymphocyte Ratio 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Monocyte percentage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St-Segment Depression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16" name="Google Shape;916;p39"/>
          <p:cNvSpPr/>
          <p:nvPr/>
        </p:nvSpPr>
        <p:spPr>
          <a:xfrm>
            <a:off x="2392829" y="1297563"/>
            <a:ext cx="341625" cy="339050"/>
          </a:xfrm>
          <a:custGeom>
            <a:rect b="b" l="l" r="r" t="t"/>
            <a:pathLst>
              <a:path extrusionOk="0" h="13562" w="13665">
                <a:moveTo>
                  <a:pt x="4579" y="6518"/>
                </a:moveTo>
                <a:lnTo>
                  <a:pt x="4579" y="11650"/>
                </a:lnTo>
                <a:lnTo>
                  <a:pt x="3526" y="11650"/>
                </a:lnTo>
                <a:lnTo>
                  <a:pt x="3526" y="6518"/>
                </a:lnTo>
                <a:close/>
                <a:moveTo>
                  <a:pt x="4316" y="2163"/>
                </a:moveTo>
                <a:cubicBezTo>
                  <a:pt x="5422" y="2631"/>
                  <a:pt x="5561" y="5024"/>
                  <a:pt x="6956" y="5273"/>
                </a:cubicBezTo>
                <a:lnTo>
                  <a:pt x="6956" y="9160"/>
                </a:lnTo>
                <a:lnTo>
                  <a:pt x="6431" y="9160"/>
                </a:lnTo>
                <a:cubicBezTo>
                  <a:pt x="6292" y="9160"/>
                  <a:pt x="6169" y="9286"/>
                  <a:pt x="6169" y="9422"/>
                </a:cubicBezTo>
                <a:lnTo>
                  <a:pt x="6169" y="11650"/>
                </a:lnTo>
                <a:lnTo>
                  <a:pt x="5103" y="11650"/>
                </a:lnTo>
                <a:lnTo>
                  <a:pt x="5103" y="6242"/>
                </a:lnTo>
                <a:cubicBezTo>
                  <a:pt x="5103" y="6103"/>
                  <a:pt x="4994" y="5980"/>
                  <a:pt x="4841" y="5980"/>
                </a:cubicBezTo>
                <a:lnTo>
                  <a:pt x="4316" y="5980"/>
                </a:lnTo>
                <a:lnTo>
                  <a:pt x="4316" y="2163"/>
                </a:lnTo>
                <a:close/>
                <a:moveTo>
                  <a:pt x="7759" y="9685"/>
                </a:moveTo>
                <a:lnTo>
                  <a:pt x="7759" y="11650"/>
                </a:lnTo>
                <a:lnTo>
                  <a:pt x="6693" y="11650"/>
                </a:lnTo>
                <a:lnTo>
                  <a:pt x="6693" y="9685"/>
                </a:lnTo>
                <a:close/>
                <a:moveTo>
                  <a:pt x="10139" y="586"/>
                </a:moveTo>
                <a:lnTo>
                  <a:pt x="10139" y="4390"/>
                </a:lnTo>
                <a:lnTo>
                  <a:pt x="9611" y="4390"/>
                </a:lnTo>
                <a:cubicBezTo>
                  <a:pt x="9462" y="4390"/>
                  <a:pt x="9349" y="4513"/>
                  <a:pt x="9349" y="4665"/>
                </a:cubicBezTo>
                <a:lnTo>
                  <a:pt x="9349" y="11650"/>
                </a:lnTo>
                <a:lnTo>
                  <a:pt x="8283" y="11650"/>
                </a:lnTo>
                <a:lnTo>
                  <a:pt x="8283" y="9422"/>
                </a:lnTo>
                <a:cubicBezTo>
                  <a:pt x="8283" y="9286"/>
                  <a:pt x="8174" y="9160"/>
                  <a:pt x="8021" y="9160"/>
                </a:cubicBezTo>
                <a:lnTo>
                  <a:pt x="7497" y="9160"/>
                </a:lnTo>
                <a:lnTo>
                  <a:pt x="7497" y="5260"/>
                </a:lnTo>
                <a:cubicBezTo>
                  <a:pt x="7829" y="5177"/>
                  <a:pt x="8104" y="4914"/>
                  <a:pt x="8340" y="4456"/>
                </a:cubicBezTo>
                <a:cubicBezTo>
                  <a:pt x="8921" y="3460"/>
                  <a:pt x="9170" y="1014"/>
                  <a:pt x="10139" y="586"/>
                </a:cubicBezTo>
                <a:close/>
                <a:moveTo>
                  <a:pt x="10939" y="4928"/>
                </a:moveTo>
                <a:lnTo>
                  <a:pt x="10939" y="11650"/>
                </a:lnTo>
                <a:lnTo>
                  <a:pt x="9877" y="11650"/>
                </a:lnTo>
                <a:lnTo>
                  <a:pt x="9877" y="4928"/>
                </a:lnTo>
                <a:close/>
                <a:moveTo>
                  <a:pt x="1652" y="0"/>
                </a:moveTo>
                <a:cubicBezTo>
                  <a:pt x="1508" y="0"/>
                  <a:pt x="1395" y="118"/>
                  <a:pt x="1395" y="267"/>
                </a:cubicBezTo>
                <a:lnTo>
                  <a:pt x="1395" y="1220"/>
                </a:lnTo>
                <a:lnTo>
                  <a:pt x="303" y="1220"/>
                </a:lnTo>
                <a:cubicBezTo>
                  <a:pt x="167" y="1220"/>
                  <a:pt x="41" y="1303"/>
                  <a:pt x="28" y="1442"/>
                </a:cubicBezTo>
                <a:cubicBezTo>
                  <a:pt x="1" y="1608"/>
                  <a:pt x="124" y="1748"/>
                  <a:pt x="290" y="1748"/>
                </a:cubicBezTo>
                <a:lnTo>
                  <a:pt x="1395" y="1748"/>
                </a:lnTo>
                <a:lnTo>
                  <a:pt x="1395" y="2813"/>
                </a:lnTo>
                <a:lnTo>
                  <a:pt x="927" y="2813"/>
                </a:lnTo>
                <a:cubicBezTo>
                  <a:pt x="788" y="2813"/>
                  <a:pt x="665" y="2896"/>
                  <a:pt x="648" y="3032"/>
                </a:cubicBezTo>
                <a:cubicBezTo>
                  <a:pt x="622" y="3198"/>
                  <a:pt x="748" y="3338"/>
                  <a:pt x="914" y="3338"/>
                </a:cubicBezTo>
                <a:lnTo>
                  <a:pt x="1395" y="3338"/>
                </a:lnTo>
                <a:lnTo>
                  <a:pt x="1395" y="4390"/>
                </a:lnTo>
                <a:lnTo>
                  <a:pt x="927" y="4390"/>
                </a:lnTo>
                <a:cubicBezTo>
                  <a:pt x="788" y="4390"/>
                  <a:pt x="665" y="4486"/>
                  <a:pt x="648" y="4622"/>
                </a:cubicBezTo>
                <a:cubicBezTo>
                  <a:pt x="622" y="4788"/>
                  <a:pt x="748" y="4928"/>
                  <a:pt x="914" y="4928"/>
                </a:cubicBezTo>
                <a:lnTo>
                  <a:pt x="1395" y="4928"/>
                </a:lnTo>
                <a:lnTo>
                  <a:pt x="1395" y="5980"/>
                </a:lnTo>
                <a:lnTo>
                  <a:pt x="303" y="5980"/>
                </a:lnTo>
                <a:cubicBezTo>
                  <a:pt x="167" y="5980"/>
                  <a:pt x="41" y="6076"/>
                  <a:pt x="28" y="6216"/>
                </a:cubicBezTo>
                <a:cubicBezTo>
                  <a:pt x="1" y="6365"/>
                  <a:pt x="124" y="6518"/>
                  <a:pt x="290" y="6518"/>
                </a:cubicBezTo>
                <a:lnTo>
                  <a:pt x="1395" y="6518"/>
                </a:lnTo>
                <a:lnTo>
                  <a:pt x="1395" y="7570"/>
                </a:lnTo>
                <a:lnTo>
                  <a:pt x="927" y="7570"/>
                </a:lnTo>
                <a:cubicBezTo>
                  <a:pt x="788" y="7570"/>
                  <a:pt x="665" y="7666"/>
                  <a:pt x="648" y="7806"/>
                </a:cubicBezTo>
                <a:cubicBezTo>
                  <a:pt x="622" y="7959"/>
                  <a:pt x="748" y="8108"/>
                  <a:pt x="914" y="8108"/>
                </a:cubicBezTo>
                <a:lnTo>
                  <a:pt x="1395" y="8108"/>
                </a:lnTo>
                <a:lnTo>
                  <a:pt x="1395" y="9160"/>
                </a:lnTo>
                <a:lnTo>
                  <a:pt x="927" y="9160"/>
                </a:lnTo>
                <a:cubicBezTo>
                  <a:pt x="788" y="9160"/>
                  <a:pt x="665" y="9256"/>
                  <a:pt x="648" y="9383"/>
                </a:cubicBezTo>
                <a:cubicBezTo>
                  <a:pt x="622" y="9549"/>
                  <a:pt x="748" y="9685"/>
                  <a:pt x="914" y="9685"/>
                </a:cubicBezTo>
                <a:lnTo>
                  <a:pt x="1395" y="9685"/>
                </a:lnTo>
                <a:lnTo>
                  <a:pt x="1395" y="10750"/>
                </a:lnTo>
                <a:lnTo>
                  <a:pt x="303" y="10750"/>
                </a:lnTo>
                <a:cubicBezTo>
                  <a:pt x="167" y="10750"/>
                  <a:pt x="41" y="10847"/>
                  <a:pt x="28" y="10973"/>
                </a:cubicBezTo>
                <a:cubicBezTo>
                  <a:pt x="1" y="11139"/>
                  <a:pt x="124" y="11278"/>
                  <a:pt x="290" y="11278"/>
                </a:cubicBezTo>
                <a:lnTo>
                  <a:pt x="1395" y="11278"/>
                </a:lnTo>
                <a:lnTo>
                  <a:pt x="1395" y="11912"/>
                </a:lnTo>
                <a:cubicBezTo>
                  <a:pt x="1395" y="12065"/>
                  <a:pt x="1521" y="12174"/>
                  <a:pt x="1661" y="12174"/>
                </a:cubicBezTo>
                <a:lnTo>
                  <a:pt x="2989" y="12174"/>
                </a:lnTo>
                <a:lnTo>
                  <a:pt x="2989" y="13283"/>
                </a:lnTo>
                <a:cubicBezTo>
                  <a:pt x="2989" y="13419"/>
                  <a:pt x="3085" y="13532"/>
                  <a:pt x="3221" y="13559"/>
                </a:cubicBezTo>
                <a:cubicBezTo>
                  <a:pt x="3234" y="13561"/>
                  <a:pt x="3247" y="13562"/>
                  <a:pt x="3260" y="13562"/>
                </a:cubicBezTo>
                <a:cubicBezTo>
                  <a:pt x="3399" y="13562"/>
                  <a:pt x="3526" y="13436"/>
                  <a:pt x="3526" y="13296"/>
                </a:cubicBezTo>
                <a:lnTo>
                  <a:pt x="3526" y="12174"/>
                </a:lnTo>
                <a:lnTo>
                  <a:pt x="4579" y="12174"/>
                </a:lnTo>
                <a:lnTo>
                  <a:pt x="4579" y="12659"/>
                </a:lnTo>
                <a:cubicBezTo>
                  <a:pt x="4579" y="12798"/>
                  <a:pt x="4675" y="12908"/>
                  <a:pt x="4798" y="12938"/>
                </a:cubicBezTo>
                <a:cubicBezTo>
                  <a:pt x="4812" y="12940"/>
                  <a:pt x="4825" y="12941"/>
                  <a:pt x="4839" y="12941"/>
                </a:cubicBezTo>
                <a:cubicBezTo>
                  <a:pt x="4986" y="12941"/>
                  <a:pt x="5103" y="12812"/>
                  <a:pt x="5103" y="12672"/>
                </a:cubicBezTo>
                <a:lnTo>
                  <a:pt x="5103" y="12174"/>
                </a:lnTo>
                <a:lnTo>
                  <a:pt x="6169" y="12174"/>
                </a:lnTo>
                <a:lnTo>
                  <a:pt x="6169" y="12659"/>
                </a:lnTo>
                <a:cubicBezTo>
                  <a:pt x="6169" y="12798"/>
                  <a:pt x="6265" y="12908"/>
                  <a:pt x="6391" y="12938"/>
                </a:cubicBezTo>
                <a:cubicBezTo>
                  <a:pt x="6405" y="12940"/>
                  <a:pt x="6419" y="12941"/>
                  <a:pt x="6432" y="12941"/>
                </a:cubicBezTo>
                <a:cubicBezTo>
                  <a:pt x="6579" y="12941"/>
                  <a:pt x="6693" y="12812"/>
                  <a:pt x="6693" y="12672"/>
                </a:cubicBezTo>
                <a:lnTo>
                  <a:pt x="6693" y="12174"/>
                </a:lnTo>
                <a:lnTo>
                  <a:pt x="7759" y="12174"/>
                </a:lnTo>
                <a:lnTo>
                  <a:pt x="7759" y="13283"/>
                </a:lnTo>
                <a:cubicBezTo>
                  <a:pt x="7759" y="13419"/>
                  <a:pt x="7855" y="13532"/>
                  <a:pt x="7981" y="13559"/>
                </a:cubicBezTo>
                <a:cubicBezTo>
                  <a:pt x="7995" y="13561"/>
                  <a:pt x="8009" y="13562"/>
                  <a:pt x="8023" y="13562"/>
                </a:cubicBezTo>
                <a:cubicBezTo>
                  <a:pt x="8169" y="13562"/>
                  <a:pt x="8283" y="13436"/>
                  <a:pt x="8283" y="13296"/>
                </a:cubicBezTo>
                <a:lnTo>
                  <a:pt x="8283" y="12174"/>
                </a:lnTo>
                <a:lnTo>
                  <a:pt x="9349" y="12174"/>
                </a:lnTo>
                <a:lnTo>
                  <a:pt x="9349" y="12659"/>
                </a:lnTo>
                <a:cubicBezTo>
                  <a:pt x="9349" y="12798"/>
                  <a:pt x="9445" y="12908"/>
                  <a:pt x="9571" y="12938"/>
                </a:cubicBezTo>
                <a:cubicBezTo>
                  <a:pt x="9585" y="12940"/>
                  <a:pt x="9599" y="12941"/>
                  <a:pt x="9612" y="12941"/>
                </a:cubicBezTo>
                <a:cubicBezTo>
                  <a:pt x="9760" y="12941"/>
                  <a:pt x="9877" y="12812"/>
                  <a:pt x="9877" y="12672"/>
                </a:cubicBezTo>
                <a:lnTo>
                  <a:pt x="9877" y="12174"/>
                </a:lnTo>
                <a:lnTo>
                  <a:pt x="10939" y="12174"/>
                </a:lnTo>
                <a:lnTo>
                  <a:pt x="10939" y="12659"/>
                </a:lnTo>
                <a:cubicBezTo>
                  <a:pt x="10939" y="12798"/>
                  <a:pt x="11039" y="12908"/>
                  <a:pt x="11161" y="12938"/>
                </a:cubicBezTo>
                <a:cubicBezTo>
                  <a:pt x="11175" y="12940"/>
                  <a:pt x="11189" y="12941"/>
                  <a:pt x="11202" y="12941"/>
                </a:cubicBezTo>
                <a:cubicBezTo>
                  <a:pt x="11350" y="12941"/>
                  <a:pt x="11467" y="12812"/>
                  <a:pt x="11467" y="12672"/>
                </a:cubicBezTo>
                <a:lnTo>
                  <a:pt x="11467" y="12174"/>
                </a:lnTo>
                <a:lnTo>
                  <a:pt x="12532" y="12174"/>
                </a:lnTo>
                <a:lnTo>
                  <a:pt x="12532" y="13283"/>
                </a:lnTo>
                <a:cubicBezTo>
                  <a:pt x="12532" y="13419"/>
                  <a:pt x="12615" y="13532"/>
                  <a:pt x="12752" y="13559"/>
                </a:cubicBezTo>
                <a:cubicBezTo>
                  <a:pt x="12766" y="13561"/>
                  <a:pt x="12780" y="13562"/>
                  <a:pt x="12793" y="13562"/>
                </a:cubicBezTo>
                <a:cubicBezTo>
                  <a:pt x="12940" y="13562"/>
                  <a:pt x="13057" y="13436"/>
                  <a:pt x="13057" y="13296"/>
                </a:cubicBezTo>
                <a:lnTo>
                  <a:pt x="13057" y="12174"/>
                </a:lnTo>
                <a:lnTo>
                  <a:pt x="13319" y="12174"/>
                </a:lnTo>
                <a:cubicBezTo>
                  <a:pt x="13664" y="12174"/>
                  <a:pt x="13664" y="11663"/>
                  <a:pt x="13319" y="11650"/>
                </a:cubicBezTo>
                <a:lnTo>
                  <a:pt x="11467" y="11650"/>
                </a:lnTo>
                <a:lnTo>
                  <a:pt x="11467" y="4665"/>
                </a:lnTo>
                <a:cubicBezTo>
                  <a:pt x="11467" y="4513"/>
                  <a:pt x="11341" y="4390"/>
                  <a:pt x="11205" y="4390"/>
                </a:cubicBezTo>
                <a:lnTo>
                  <a:pt x="10677" y="4390"/>
                </a:lnTo>
                <a:lnTo>
                  <a:pt x="10677" y="529"/>
                </a:lnTo>
                <a:lnTo>
                  <a:pt x="11205" y="529"/>
                </a:lnTo>
                <a:cubicBezTo>
                  <a:pt x="11550" y="516"/>
                  <a:pt x="11550" y="18"/>
                  <a:pt x="11205" y="5"/>
                </a:cubicBezTo>
                <a:lnTo>
                  <a:pt x="10401" y="5"/>
                </a:lnTo>
                <a:cubicBezTo>
                  <a:pt x="10395" y="5"/>
                  <a:pt x="10388" y="5"/>
                  <a:pt x="10381" y="5"/>
                </a:cubicBezTo>
                <a:cubicBezTo>
                  <a:pt x="8328" y="5"/>
                  <a:pt x="8584" y="4596"/>
                  <a:pt x="7234" y="4762"/>
                </a:cubicBezTo>
                <a:cubicBezTo>
                  <a:pt x="5830" y="4692"/>
                  <a:pt x="5824" y="1581"/>
                  <a:pt x="4076" y="1581"/>
                </a:cubicBezTo>
                <a:cubicBezTo>
                  <a:pt x="4068" y="1581"/>
                  <a:pt x="4059" y="1581"/>
                  <a:pt x="4051" y="1582"/>
                </a:cubicBezTo>
                <a:lnTo>
                  <a:pt x="3251" y="1582"/>
                </a:lnTo>
                <a:cubicBezTo>
                  <a:pt x="2906" y="1595"/>
                  <a:pt x="2906" y="2106"/>
                  <a:pt x="3251" y="2119"/>
                </a:cubicBezTo>
                <a:lnTo>
                  <a:pt x="3789" y="2119"/>
                </a:lnTo>
                <a:lnTo>
                  <a:pt x="3789" y="5980"/>
                </a:lnTo>
                <a:lnTo>
                  <a:pt x="3251" y="5980"/>
                </a:lnTo>
                <a:cubicBezTo>
                  <a:pt x="3111" y="5980"/>
                  <a:pt x="2989" y="6103"/>
                  <a:pt x="2989" y="6242"/>
                </a:cubicBezTo>
                <a:lnTo>
                  <a:pt x="2989" y="11650"/>
                </a:lnTo>
                <a:lnTo>
                  <a:pt x="1936" y="11650"/>
                </a:lnTo>
                <a:lnTo>
                  <a:pt x="1936" y="267"/>
                </a:lnTo>
                <a:cubicBezTo>
                  <a:pt x="1936" y="141"/>
                  <a:pt x="1840" y="18"/>
                  <a:pt x="1701" y="5"/>
                </a:cubicBezTo>
                <a:cubicBezTo>
                  <a:pt x="1684" y="2"/>
                  <a:pt x="1668" y="0"/>
                  <a:pt x="165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7" name="Google Shape;917;p39"/>
          <p:cNvGrpSpPr/>
          <p:nvPr/>
        </p:nvGrpSpPr>
        <p:grpSpPr>
          <a:xfrm>
            <a:off x="6407359" y="1314750"/>
            <a:ext cx="339200" cy="304675"/>
            <a:chOff x="5553875" y="2135725"/>
            <a:chExt cx="339200" cy="304675"/>
          </a:xfrm>
        </p:grpSpPr>
        <p:sp>
          <p:nvSpPr>
            <p:cNvPr id="918" name="Google Shape;918;p39"/>
            <p:cNvSpPr/>
            <p:nvPr/>
          </p:nvSpPr>
          <p:spPr>
            <a:xfrm>
              <a:off x="5736025" y="2135725"/>
              <a:ext cx="157050" cy="139675"/>
            </a:xfrm>
            <a:custGeom>
              <a:rect b="b" l="l" r="r" t="t"/>
              <a:pathLst>
                <a:path extrusionOk="0" h="5587" w="6282">
                  <a:moveTo>
                    <a:pt x="5744" y="525"/>
                  </a:moveTo>
                  <a:lnTo>
                    <a:pt x="5744" y="1052"/>
                  </a:lnTo>
                  <a:lnTo>
                    <a:pt x="4167" y="1052"/>
                  </a:lnTo>
                  <a:lnTo>
                    <a:pt x="4167" y="525"/>
                  </a:lnTo>
                  <a:close/>
                  <a:moveTo>
                    <a:pt x="529" y="2131"/>
                  </a:moveTo>
                  <a:cubicBezTo>
                    <a:pt x="2092" y="2254"/>
                    <a:pt x="3337" y="3499"/>
                    <a:pt x="3460" y="5049"/>
                  </a:cubicBezTo>
                  <a:lnTo>
                    <a:pt x="529" y="5049"/>
                  </a:lnTo>
                  <a:lnTo>
                    <a:pt x="529" y="2131"/>
                  </a:lnTo>
                  <a:close/>
                  <a:moveTo>
                    <a:pt x="3888" y="0"/>
                  </a:moveTo>
                  <a:cubicBezTo>
                    <a:pt x="3752" y="0"/>
                    <a:pt x="3626" y="110"/>
                    <a:pt x="3626" y="262"/>
                  </a:cubicBezTo>
                  <a:lnTo>
                    <a:pt x="3626" y="525"/>
                  </a:lnTo>
                  <a:lnTo>
                    <a:pt x="2673" y="525"/>
                  </a:lnTo>
                  <a:cubicBezTo>
                    <a:pt x="2604" y="525"/>
                    <a:pt x="2534" y="555"/>
                    <a:pt x="2477" y="608"/>
                  </a:cubicBezTo>
                  <a:lnTo>
                    <a:pt x="1345" y="1743"/>
                  </a:lnTo>
                  <a:cubicBezTo>
                    <a:pt x="997" y="1647"/>
                    <a:pt x="638" y="1590"/>
                    <a:pt x="267" y="1590"/>
                  </a:cubicBezTo>
                  <a:cubicBezTo>
                    <a:pt x="127" y="1590"/>
                    <a:pt x="1" y="1703"/>
                    <a:pt x="1" y="1852"/>
                  </a:cubicBezTo>
                  <a:lnTo>
                    <a:pt x="1" y="5325"/>
                  </a:lnTo>
                  <a:cubicBezTo>
                    <a:pt x="1" y="5464"/>
                    <a:pt x="114" y="5587"/>
                    <a:pt x="267" y="5587"/>
                  </a:cubicBezTo>
                  <a:lnTo>
                    <a:pt x="3736" y="5587"/>
                  </a:lnTo>
                  <a:cubicBezTo>
                    <a:pt x="3888" y="5587"/>
                    <a:pt x="4001" y="5464"/>
                    <a:pt x="4001" y="5311"/>
                  </a:cubicBezTo>
                  <a:cubicBezTo>
                    <a:pt x="4001" y="3831"/>
                    <a:pt x="3128" y="2560"/>
                    <a:pt x="1883" y="1952"/>
                  </a:cubicBezTo>
                  <a:lnTo>
                    <a:pt x="2783" y="1052"/>
                  </a:lnTo>
                  <a:lnTo>
                    <a:pt x="3626" y="1052"/>
                  </a:lnTo>
                  <a:lnTo>
                    <a:pt x="3626" y="1315"/>
                  </a:lnTo>
                  <a:cubicBezTo>
                    <a:pt x="3626" y="1467"/>
                    <a:pt x="3752" y="1590"/>
                    <a:pt x="3888" y="1590"/>
                  </a:cubicBezTo>
                  <a:lnTo>
                    <a:pt x="6019" y="1590"/>
                  </a:lnTo>
                  <a:cubicBezTo>
                    <a:pt x="6159" y="1590"/>
                    <a:pt x="6282" y="1467"/>
                    <a:pt x="6282" y="1315"/>
                  </a:cubicBezTo>
                  <a:lnTo>
                    <a:pt x="6282" y="262"/>
                  </a:lnTo>
                  <a:cubicBezTo>
                    <a:pt x="6282" y="110"/>
                    <a:pt x="6159" y="0"/>
                    <a:pt x="6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9"/>
            <p:cNvSpPr/>
            <p:nvPr/>
          </p:nvSpPr>
          <p:spPr>
            <a:xfrm>
              <a:off x="5553875" y="2172075"/>
              <a:ext cx="339200" cy="268325"/>
            </a:xfrm>
            <a:custGeom>
              <a:rect b="b" l="l" r="r" t="t"/>
              <a:pathLst>
                <a:path extrusionOk="0" h="10733" w="13568">
                  <a:moveTo>
                    <a:pt x="2115" y="525"/>
                  </a:moveTo>
                  <a:lnTo>
                    <a:pt x="2115" y="1062"/>
                  </a:lnTo>
                  <a:lnTo>
                    <a:pt x="538" y="1062"/>
                  </a:lnTo>
                  <a:lnTo>
                    <a:pt x="538" y="525"/>
                  </a:lnTo>
                  <a:close/>
                  <a:moveTo>
                    <a:pt x="5753" y="2211"/>
                  </a:moveTo>
                  <a:lnTo>
                    <a:pt x="5753" y="5242"/>
                  </a:lnTo>
                  <a:lnTo>
                    <a:pt x="3124" y="6762"/>
                  </a:lnTo>
                  <a:cubicBezTo>
                    <a:pt x="2142" y="4797"/>
                    <a:pt x="3569" y="2350"/>
                    <a:pt x="5753" y="2211"/>
                  </a:cubicBezTo>
                  <a:close/>
                  <a:moveTo>
                    <a:pt x="9196" y="5670"/>
                  </a:moveTo>
                  <a:cubicBezTo>
                    <a:pt x="9129" y="6653"/>
                    <a:pt x="8602" y="7496"/>
                    <a:pt x="7841" y="8033"/>
                  </a:cubicBezTo>
                  <a:lnTo>
                    <a:pt x="6474" y="5670"/>
                  </a:lnTo>
                  <a:close/>
                  <a:moveTo>
                    <a:pt x="5919" y="5766"/>
                  </a:moveTo>
                  <a:lnTo>
                    <a:pt x="7370" y="8299"/>
                  </a:lnTo>
                  <a:cubicBezTo>
                    <a:pt x="6960" y="8504"/>
                    <a:pt x="6508" y="8600"/>
                    <a:pt x="6053" y="8600"/>
                  </a:cubicBezTo>
                  <a:cubicBezTo>
                    <a:pt x="5004" y="8600"/>
                    <a:pt x="3943" y="8089"/>
                    <a:pt x="3373" y="7220"/>
                  </a:cubicBezTo>
                  <a:lnTo>
                    <a:pt x="5919" y="5766"/>
                  </a:lnTo>
                  <a:close/>
                  <a:moveTo>
                    <a:pt x="2115" y="9667"/>
                  </a:moveTo>
                  <a:lnTo>
                    <a:pt x="2115" y="10191"/>
                  </a:lnTo>
                  <a:lnTo>
                    <a:pt x="538" y="10191"/>
                  </a:lnTo>
                  <a:lnTo>
                    <a:pt x="538" y="9667"/>
                  </a:lnTo>
                  <a:close/>
                  <a:moveTo>
                    <a:pt x="13030" y="9667"/>
                  </a:moveTo>
                  <a:lnTo>
                    <a:pt x="13030" y="10191"/>
                  </a:lnTo>
                  <a:lnTo>
                    <a:pt x="11453" y="10191"/>
                  </a:lnTo>
                  <a:lnTo>
                    <a:pt x="11453" y="9667"/>
                  </a:lnTo>
                  <a:close/>
                  <a:moveTo>
                    <a:pt x="263" y="0"/>
                  </a:moveTo>
                  <a:cubicBezTo>
                    <a:pt x="123" y="0"/>
                    <a:pt x="0" y="123"/>
                    <a:pt x="0" y="262"/>
                  </a:cubicBezTo>
                  <a:lnTo>
                    <a:pt x="0" y="1328"/>
                  </a:lnTo>
                  <a:cubicBezTo>
                    <a:pt x="0" y="1464"/>
                    <a:pt x="123" y="1590"/>
                    <a:pt x="263" y="1590"/>
                  </a:cubicBezTo>
                  <a:lnTo>
                    <a:pt x="2391" y="1590"/>
                  </a:lnTo>
                  <a:cubicBezTo>
                    <a:pt x="2530" y="1590"/>
                    <a:pt x="2656" y="1464"/>
                    <a:pt x="2656" y="1328"/>
                  </a:cubicBezTo>
                  <a:lnTo>
                    <a:pt x="2656" y="1062"/>
                  </a:lnTo>
                  <a:lnTo>
                    <a:pt x="3499" y="1062"/>
                  </a:lnTo>
                  <a:lnTo>
                    <a:pt x="4452" y="2005"/>
                  </a:lnTo>
                  <a:cubicBezTo>
                    <a:pt x="1604" y="3303"/>
                    <a:pt x="1561" y="7426"/>
                    <a:pt x="4399" y="8767"/>
                  </a:cubicBezTo>
                  <a:lnTo>
                    <a:pt x="3499" y="9667"/>
                  </a:lnTo>
                  <a:lnTo>
                    <a:pt x="2656" y="9667"/>
                  </a:lnTo>
                  <a:lnTo>
                    <a:pt x="2656" y="9404"/>
                  </a:lnTo>
                  <a:cubicBezTo>
                    <a:pt x="2656" y="9252"/>
                    <a:pt x="2530" y="9142"/>
                    <a:pt x="2391" y="9142"/>
                  </a:cubicBezTo>
                  <a:lnTo>
                    <a:pt x="263" y="9142"/>
                  </a:lnTo>
                  <a:cubicBezTo>
                    <a:pt x="123" y="9142"/>
                    <a:pt x="0" y="9252"/>
                    <a:pt x="0" y="9404"/>
                  </a:cubicBezTo>
                  <a:lnTo>
                    <a:pt x="0" y="10457"/>
                  </a:lnTo>
                  <a:cubicBezTo>
                    <a:pt x="0" y="10606"/>
                    <a:pt x="123" y="10732"/>
                    <a:pt x="263" y="10732"/>
                  </a:cubicBezTo>
                  <a:lnTo>
                    <a:pt x="2391" y="10732"/>
                  </a:lnTo>
                  <a:cubicBezTo>
                    <a:pt x="2530" y="10732"/>
                    <a:pt x="2656" y="10606"/>
                    <a:pt x="2656" y="10457"/>
                  </a:cubicBezTo>
                  <a:lnTo>
                    <a:pt x="2656" y="10191"/>
                  </a:lnTo>
                  <a:lnTo>
                    <a:pt x="3609" y="10191"/>
                  </a:lnTo>
                  <a:cubicBezTo>
                    <a:pt x="3679" y="10191"/>
                    <a:pt x="3748" y="10165"/>
                    <a:pt x="3801" y="10125"/>
                  </a:cubicBezTo>
                  <a:lnTo>
                    <a:pt x="4937" y="8976"/>
                  </a:lnTo>
                  <a:cubicBezTo>
                    <a:pt x="5272" y="9082"/>
                    <a:pt x="5630" y="9133"/>
                    <a:pt x="5990" y="9133"/>
                  </a:cubicBezTo>
                  <a:cubicBezTo>
                    <a:pt x="6759" y="9133"/>
                    <a:pt x="7539" y="8901"/>
                    <a:pt x="8133" y="8478"/>
                  </a:cubicBezTo>
                  <a:lnTo>
                    <a:pt x="9763" y="10125"/>
                  </a:lnTo>
                  <a:cubicBezTo>
                    <a:pt x="9820" y="10165"/>
                    <a:pt x="9890" y="10191"/>
                    <a:pt x="9959" y="10191"/>
                  </a:cubicBezTo>
                  <a:lnTo>
                    <a:pt x="10912" y="10191"/>
                  </a:lnTo>
                  <a:lnTo>
                    <a:pt x="10912" y="10457"/>
                  </a:lnTo>
                  <a:cubicBezTo>
                    <a:pt x="10912" y="10606"/>
                    <a:pt x="11038" y="10732"/>
                    <a:pt x="11174" y="10732"/>
                  </a:cubicBezTo>
                  <a:lnTo>
                    <a:pt x="13305" y="10732"/>
                  </a:lnTo>
                  <a:cubicBezTo>
                    <a:pt x="13445" y="10732"/>
                    <a:pt x="13568" y="10606"/>
                    <a:pt x="13568" y="10457"/>
                  </a:cubicBezTo>
                  <a:lnTo>
                    <a:pt x="13568" y="9404"/>
                  </a:lnTo>
                  <a:cubicBezTo>
                    <a:pt x="13568" y="9252"/>
                    <a:pt x="13445" y="9142"/>
                    <a:pt x="13305" y="9142"/>
                  </a:cubicBezTo>
                  <a:lnTo>
                    <a:pt x="11174" y="9142"/>
                  </a:lnTo>
                  <a:cubicBezTo>
                    <a:pt x="11038" y="9142"/>
                    <a:pt x="10912" y="9252"/>
                    <a:pt x="10912" y="9404"/>
                  </a:cubicBezTo>
                  <a:lnTo>
                    <a:pt x="10912" y="9667"/>
                  </a:lnTo>
                  <a:lnTo>
                    <a:pt x="10069" y="9667"/>
                  </a:lnTo>
                  <a:lnTo>
                    <a:pt x="8548" y="8146"/>
                  </a:lnTo>
                  <a:cubicBezTo>
                    <a:pt x="9279" y="7469"/>
                    <a:pt x="9750" y="6487"/>
                    <a:pt x="9750" y="5408"/>
                  </a:cubicBezTo>
                  <a:cubicBezTo>
                    <a:pt x="9750" y="5255"/>
                    <a:pt x="9627" y="5129"/>
                    <a:pt x="9475" y="5129"/>
                  </a:cubicBezTo>
                  <a:lnTo>
                    <a:pt x="6278" y="5129"/>
                  </a:lnTo>
                  <a:lnTo>
                    <a:pt x="6278" y="1935"/>
                  </a:lnTo>
                  <a:cubicBezTo>
                    <a:pt x="6278" y="1783"/>
                    <a:pt x="6155" y="1660"/>
                    <a:pt x="6016" y="1660"/>
                  </a:cubicBezTo>
                  <a:cubicBezTo>
                    <a:pt x="5657" y="1660"/>
                    <a:pt x="5325" y="1713"/>
                    <a:pt x="4993" y="1809"/>
                  </a:cubicBezTo>
                  <a:lnTo>
                    <a:pt x="3801" y="608"/>
                  </a:lnTo>
                  <a:cubicBezTo>
                    <a:pt x="3748" y="551"/>
                    <a:pt x="3679" y="525"/>
                    <a:pt x="3609" y="525"/>
                  </a:cubicBezTo>
                  <a:lnTo>
                    <a:pt x="2656" y="525"/>
                  </a:lnTo>
                  <a:lnTo>
                    <a:pt x="2656" y="262"/>
                  </a:lnTo>
                  <a:cubicBezTo>
                    <a:pt x="2656" y="123"/>
                    <a:pt x="2530" y="0"/>
                    <a:pt x="2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0" name="Google Shape;920;p39"/>
          <p:cNvGrpSpPr/>
          <p:nvPr/>
        </p:nvGrpSpPr>
        <p:grpSpPr>
          <a:xfrm>
            <a:off x="4399463" y="1297550"/>
            <a:ext cx="341675" cy="339075"/>
            <a:chOff x="4026125" y="2118350"/>
            <a:chExt cx="341675" cy="339075"/>
          </a:xfrm>
        </p:grpSpPr>
        <p:sp>
          <p:nvSpPr>
            <p:cNvPr id="921" name="Google Shape;921;p39"/>
            <p:cNvSpPr/>
            <p:nvPr/>
          </p:nvSpPr>
          <p:spPr>
            <a:xfrm>
              <a:off x="4026125" y="2118350"/>
              <a:ext cx="341675" cy="339075"/>
            </a:xfrm>
            <a:custGeom>
              <a:rect b="b" l="l" r="r" t="t"/>
              <a:pathLst>
                <a:path extrusionOk="0" h="13563" w="13667">
                  <a:moveTo>
                    <a:pt x="1655" y="0"/>
                  </a:moveTo>
                  <a:cubicBezTo>
                    <a:pt x="1511" y="0"/>
                    <a:pt x="1398" y="117"/>
                    <a:pt x="1398" y="267"/>
                  </a:cubicBezTo>
                  <a:lnTo>
                    <a:pt x="1398" y="1220"/>
                  </a:lnTo>
                  <a:lnTo>
                    <a:pt x="292" y="1220"/>
                  </a:lnTo>
                  <a:cubicBezTo>
                    <a:pt x="166" y="1220"/>
                    <a:pt x="43" y="1319"/>
                    <a:pt x="30" y="1442"/>
                  </a:cubicBezTo>
                  <a:cubicBezTo>
                    <a:pt x="0" y="1608"/>
                    <a:pt x="126" y="1747"/>
                    <a:pt x="292" y="1747"/>
                  </a:cubicBezTo>
                  <a:lnTo>
                    <a:pt x="1398" y="1747"/>
                  </a:lnTo>
                  <a:lnTo>
                    <a:pt x="1398" y="2813"/>
                  </a:lnTo>
                  <a:lnTo>
                    <a:pt x="913" y="2813"/>
                  </a:lnTo>
                  <a:cubicBezTo>
                    <a:pt x="790" y="2813"/>
                    <a:pt x="664" y="2909"/>
                    <a:pt x="651" y="3032"/>
                  </a:cubicBezTo>
                  <a:cubicBezTo>
                    <a:pt x="624" y="3198"/>
                    <a:pt x="747" y="3338"/>
                    <a:pt x="913" y="3338"/>
                  </a:cubicBezTo>
                  <a:lnTo>
                    <a:pt x="1398" y="3338"/>
                  </a:lnTo>
                  <a:lnTo>
                    <a:pt x="1398" y="4403"/>
                  </a:lnTo>
                  <a:lnTo>
                    <a:pt x="913" y="4403"/>
                  </a:lnTo>
                  <a:cubicBezTo>
                    <a:pt x="790" y="4403"/>
                    <a:pt x="664" y="4499"/>
                    <a:pt x="651" y="4622"/>
                  </a:cubicBezTo>
                  <a:cubicBezTo>
                    <a:pt x="624" y="4788"/>
                    <a:pt x="747" y="4928"/>
                    <a:pt x="913" y="4928"/>
                  </a:cubicBezTo>
                  <a:lnTo>
                    <a:pt x="1398" y="4928"/>
                  </a:lnTo>
                  <a:lnTo>
                    <a:pt x="1398" y="5993"/>
                  </a:lnTo>
                  <a:lnTo>
                    <a:pt x="292" y="5993"/>
                  </a:lnTo>
                  <a:cubicBezTo>
                    <a:pt x="166" y="5993"/>
                    <a:pt x="43" y="6076"/>
                    <a:pt x="30" y="6216"/>
                  </a:cubicBezTo>
                  <a:cubicBezTo>
                    <a:pt x="0" y="6382"/>
                    <a:pt x="126" y="6518"/>
                    <a:pt x="292" y="6518"/>
                  </a:cubicBezTo>
                  <a:lnTo>
                    <a:pt x="1398" y="6518"/>
                  </a:lnTo>
                  <a:lnTo>
                    <a:pt x="1398" y="7583"/>
                  </a:lnTo>
                  <a:lnTo>
                    <a:pt x="913" y="7583"/>
                  </a:lnTo>
                  <a:cubicBezTo>
                    <a:pt x="790" y="7583"/>
                    <a:pt x="664" y="7666"/>
                    <a:pt x="651" y="7806"/>
                  </a:cubicBezTo>
                  <a:cubicBezTo>
                    <a:pt x="624" y="7972"/>
                    <a:pt x="747" y="8108"/>
                    <a:pt x="913" y="8108"/>
                  </a:cubicBezTo>
                  <a:lnTo>
                    <a:pt x="1398" y="8108"/>
                  </a:lnTo>
                  <a:lnTo>
                    <a:pt x="1398" y="9160"/>
                  </a:lnTo>
                  <a:lnTo>
                    <a:pt x="913" y="9160"/>
                  </a:lnTo>
                  <a:cubicBezTo>
                    <a:pt x="790" y="9160"/>
                    <a:pt x="664" y="9256"/>
                    <a:pt x="651" y="9396"/>
                  </a:cubicBezTo>
                  <a:cubicBezTo>
                    <a:pt x="624" y="9562"/>
                    <a:pt x="747" y="9701"/>
                    <a:pt x="913" y="9701"/>
                  </a:cubicBezTo>
                  <a:lnTo>
                    <a:pt x="1398" y="9701"/>
                  </a:lnTo>
                  <a:lnTo>
                    <a:pt x="1398" y="10750"/>
                  </a:lnTo>
                  <a:lnTo>
                    <a:pt x="292" y="10750"/>
                  </a:lnTo>
                  <a:cubicBezTo>
                    <a:pt x="166" y="10750"/>
                    <a:pt x="43" y="10846"/>
                    <a:pt x="30" y="10986"/>
                  </a:cubicBezTo>
                  <a:cubicBezTo>
                    <a:pt x="0" y="11139"/>
                    <a:pt x="126" y="11291"/>
                    <a:pt x="292" y="11291"/>
                  </a:cubicBezTo>
                  <a:lnTo>
                    <a:pt x="1398" y="11291"/>
                  </a:lnTo>
                  <a:lnTo>
                    <a:pt x="1398" y="11925"/>
                  </a:lnTo>
                  <a:cubicBezTo>
                    <a:pt x="1398" y="12065"/>
                    <a:pt x="1524" y="12191"/>
                    <a:pt x="1660" y="12191"/>
                  </a:cubicBezTo>
                  <a:lnTo>
                    <a:pt x="2988" y="12191"/>
                  </a:lnTo>
                  <a:lnTo>
                    <a:pt x="2988" y="13296"/>
                  </a:lnTo>
                  <a:cubicBezTo>
                    <a:pt x="2988" y="13419"/>
                    <a:pt x="3084" y="13545"/>
                    <a:pt x="3210" y="13559"/>
                  </a:cubicBezTo>
                  <a:cubicBezTo>
                    <a:pt x="3226" y="13561"/>
                    <a:pt x="3241" y="13562"/>
                    <a:pt x="3255" y="13562"/>
                  </a:cubicBezTo>
                  <a:cubicBezTo>
                    <a:pt x="3401" y="13562"/>
                    <a:pt x="3516" y="13447"/>
                    <a:pt x="3516" y="13296"/>
                  </a:cubicBezTo>
                  <a:lnTo>
                    <a:pt x="3516" y="12191"/>
                  </a:lnTo>
                  <a:lnTo>
                    <a:pt x="4578" y="12191"/>
                  </a:lnTo>
                  <a:lnTo>
                    <a:pt x="4578" y="12672"/>
                  </a:lnTo>
                  <a:cubicBezTo>
                    <a:pt x="4578" y="12798"/>
                    <a:pt x="4678" y="12921"/>
                    <a:pt x="4800" y="12938"/>
                  </a:cubicBezTo>
                  <a:cubicBezTo>
                    <a:pt x="4815" y="12940"/>
                    <a:pt x="4830" y="12941"/>
                    <a:pt x="4844" y="12941"/>
                  </a:cubicBezTo>
                  <a:cubicBezTo>
                    <a:pt x="4990" y="12941"/>
                    <a:pt x="5106" y="12823"/>
                    <a:pt x="5106" y="12672"/>
                  </a:cubicBezTo>
                  <a:lnTo>
                    <a:pt x="5106" y="12191"/>
                  </a:lnTo>
                  <a:lnTo>
                    <a:pt x="6171" y="12191"/>
                  </a:lnTo>
                  <a:lnTo>
                    <a:pt x="6171" y="12672"/>
                  </a:lnTo>
                  <a:cubicBezTo>
                    <a:pt x="6171" y="12798"/>
                    <a:pt x="6268" y="12921"/>
                    <a:pt x="6390" y="12938"/>
                  </a:cubicBezTo>
                  <a:cubicBezTo>
                    <a:pt x="6405" y="12940"/>
                    <a:pt x="6420" y="12941"/>
                    <a:pt x="6434" y="12941"/>
                  </a:cubicBezTo>
                  <a:cubicBezTo>
                    <a:pt x="6580" y="12941"/>
                    <a:pt x="6696" y="12823"/>
                    <a:pt x="6696" y="12672"/>
                  </a:cubicBezTo>
                  <a:lnTo>
                    <a:pt x="6696" y="12191"/>
                  </a:lnTo>
                  <a:lnTo>
                    <a:pt x="7761" y="12191"/>
                  </a:lnTo>
                  <a:lnTo>
                    <a:pt x="7761" y="13296"/>
                  </a:lnTo>
                  <a:cubicBezTo>
                    <a:pt x="7761" y="13419"/>
                    <a:pt x="7844" y="13545"/>
                    <a:pt x="7980" y="13559"/>
                  </a:cubicBezTo>
                  <a:cubicBezTo>
                    <a:pt x="7996" y="13561"/>
                    <a:pt x="8011" y="13562"/>
                    <a:pt x="8025" y="13562"/>
                  </a:cubicBezTo>
                  <a:cubicBezTo>
                    <a:pt x="8171" y="13562"/>
                    <a:pt x="8286" y="13447"/>
                    <a:pt x="8286" y="13296"/>
                  </a:cubicBezTo>
                  <a:lnTo>
                    <a:pt x="8286" y="12191"/>
                  </a:lnTo>
                  <a:lnTo>
                    <a:pt x="9351" y="12191"/>
                  </a:lnTo>
                  <a:lnTo>
                    <a:pt x="9351" y="12672"/>
                  </a:lnTo>
                  <a:cubicBezTo>
                    <a:pt x="9351" y="12798"/>
                    <a:pt x="9434" y="12921"/>
                    <a:pt x="9574" y="12938"/>
                  </a:cubicBezTo>
                  <a:cubicBezTo>
                    <a:pt x="9589" y="12940"/>
                    <a:pt x="9604" y="12941"/>
                    <a:pt x="9618" y="12941"/>
                  </a:cubicBezTo>
                  <a:cubicBezTo>
                    <a:pt x="9763" y="12941"/>
                    <a:pt x="9876" y="12823"/>
                    <a:pt x="9876" y="12672"/>
                  </a:cubicBezTo>
                  <a:lnTo>
                    <a:pt x="9876" y="12191"/>
                  </a:lnTo>
                  <a:lnTo>
                    <a:pt x="10928" y="12191"/>
                  </a:lnTo>
                  <a:lnTo>
                    <a:pt x="10928" y="12672"/>
                  </a:lnTo>
                  <a:cubicBezTo>
                    <a:pt x="10928" y="12798"/>
                    <a:pt x="11025" y="12921"/>
                    <a:pt x="11164" y="12938"/>
                  </a:cubicBezTo>
                  <a:cubicBezTo>
                    <a:pt x="11179" y="12940"/>
                    <a:pt x="11194" y="12941"/>
                    <a:pt x="11208" y="12941"/>
                  </a:cubicBezTo>
                  <a:cubicBezTo>
                    <a:pt x="11353" y="12941"/>
                    <a:pt x="11466" y="12823"/>
                    <a:pt x="11466" y="12672"/>
                  </a:cubicBezTo>
                  <a:lnTo>
                    <a:pt x="11466" y="12191"/>
                  </a:lnTo>
                  <a:lnTo>
                    <a:pt x="12518" y="12191"/>
                  </a:lnTo>
                  <a:lnTo>
                    <a:pt x="12518" y="13296"/>
                  </a:lnTo>
                  <a:cubicBezTo>
                    <a:pt x="12518" y="13419"/>
                    <a:pt x="12615" y="13545"/>
                    <a:pt x="12754" y="13559"/>
                  </a:cubicBezTo>
                  <a:cubicBezTo>
                    <a:pt x="12769" y="13561"/>
                    <a:pt x="12784" y="13562"/>
                    <a:pt x="12799" y="13562"/>
                  </a:cubicBezTo>
                  <a:cubicBezTo>
                    <a:pt x="12944" y="13562"/>
                    <a:pt x="13059" y="13447"/>
                    <a:pt x="13059" y="13296"/>
                  </a:cubicBezTo>
                  <a:lnTo>
                    <a:pt x="13059" y="12191"/>
                  </a:lnTo>
                  <a:lnTo>
                    <a:pt x="13322" y="12191"/>
                  </a:lnTo>
                  <a:cubicBezTo>
                    <a:pt x="13667" y="12174"/>
                    <a:pt x="13667" y="11663"/>
                    <a:pt x="13322" y="11650"/>
                  </a:cubicBezTo>
                  <a:lnTo>
                    <a:pt x="1922" y="11650"/>
                  </a:lnTo>
                  <a:lnTo>
                    <a:pt x="1922" y="280"/>
                  </a:lnTo>
                  <a:cubicBezTo>
                    <a:pt x="1922" y="141"/>
                    <a:pt x="1839" y="18"/>
                    <a:pt x="1703" y="5"/>
                  </a:cubicBezTo>
                  <a:cubicBezTo>
                    <a:pt x="1687" y="2"/>
                    <a:pt x="1670" y="0"/>
                    <a:pt x="1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9"/>
            <p:cNvSpPr/>
            <p:nvPr/>
          </p:nvSpPr>
          <p:spPr>
            <a:xfrm>
              <a:off x="4120550" y="2148750"/>
              <a:ext cx="53225" cy="212175"/>
            </a:xfrm>
            <a:custGeom>
              <a:rect b="b" l="l" r="r" t="t"/>
              <a:pathLst>
                <a:path extrusionOk="0" h="8487" w="2129">
                  <a:moveTo>
                    <a:pt x="1591" y="2122"/>
                  </a:moveTo>
                  <a:lnTo>
                    <a:pt x="1591" y="6367"/>
                  </a:lnTo>
                  <a:lnTo>
                    <a:pt x="539" y="6367"/>
                  </a:lnTo>
                  <a:lnTo>
                    <a:pt x="539" y="2122"/>
                  </a:lnTo>
                  <a:close/>
                  <a:moveTo>
                    <a:pt x="1066" y="0"/>
                  </a:moveTo>
                  <a:cubicBezTo>
                    <a:pt x="918" y="0"/>
                    <a:pt x="801" y="129"/>
                    <a:pt x="801" y="269"/>
                  </a:cubicBezTo>
                  <a:lnTo>
                    <a:pt x="801" y="1597"/>
                  </a:lnTo>
                  <a:lnTo>
                    <a:pt x="276" y="1597"/>
                  </a:lnTo>
                  <a:cubicBezTo>
                    <a:pt x="124" y="1597"/>
                    <a:pt x="1" y="1707"/>
                    <a:pt x="1" y="1859"/>
                  </a:cubicBezTo>
                  <a:lnTo>
                    <a:pt x="1" y="6630"/>
                  </a:lnTo>
                  <a:cubicBezTo>
                    <a:pt x="1" y="6769"/>
                    <a:pt x="124" y="6892"/>
                    <a:pt x="276" y="6892"/>
                  </a:cubicBezTo>
                  <a:lnTo>
                    <a:pt x="801" y="6892"/>
                  </a:lnTo>
                  <a:lnTo>
                    <a:pt x="801" y="8206"/>
                  </a:lnTo>
                  <a:cubicBezTo>
                    <a:pt x="801" y="8346"/>
                    <a:pt x="901" y="8455"/>
                    <a:pt x="1023" y="8485"/>
                  </a:cubicBezTo>
                  <a:cubicBezTo>
                    <a:pt x="1031" y="8486"/>
                    <a:pt x="1039" y="8486"/>
                    <a:pt x="1047" y="8486"/>
                  </a:cubicBezTo>
                  <a:cubicBezTo>
                    <a:pt x="1203" y="8486"/>
                    <a:pt x="1329" y="8365"/>
                    <a:pt x="1329" y="8220"/>
                  </a:cubicBezTo>
                  <a:lnTo>
                    <a:pt x="1329" y="6892"/>
                  </a:lnTo>
                  <a:lnTo>
                    <a:pt x="1853" y="6892"/>
                  </a:lnTo>
                  <a:cubicBezTo>
                    <a:pt x="2006" y="6892"/>
                    <a:pt x="2129" y="6769"/>
                    <a:pt x="2129" y="6630"/>
                  </a:cubicBezTo>
                  <a:lnTo>
                    <a:pt x="2129" y="1859"/>
                  </a:lnTo>
                  <a:cubicBezTo>
                    <a:pt x="2129" y="1707"/>
                    <a:pt x="2006" y="1597"/>
                    <a:pt x="1853" y="1597"/>
                  </a:cubicBezTo>
                  <a:lnTo>
                    <a:pt x="1329" y="1597"/>
                  </a:lnTo>
                  <a:lnTo>
                    <a:pt x="1329" y="282"/>
                  </a:lnTo>
                  <a:cubicBezTo>
                    <a:pt x="1329" y="143"/>
                    <a:pt x="1232" y="34"/>
                    <a:pt x="1106" y="4"/>
                  </a:cubicBezTo>
                  <a:cubicBezTo>
                    <a:pt x="1093" y="1"/>
                    <a:pt x="1079" y="0"/>
                    <a:pt x="1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9"/>
            <p:cNvSpPr/>
            <p:nvPr/>
          </p:nvSpPr>
          <p:spPr>
            <a:xfrm>
              <a:off x="4200075" y="2188550"/>
              <a:ext cx="52950" cy="211850"/>
            </a:xfrm>
            <a:custGeom>
              <a:rect b="b" l="l" r="r" t="t"/>
              <a:pathLst>
                <a:path extrusionOk="0" h="8474" w="2118">
                  <a:moveTo>
                    <a:pt x="1590" y="2120"/>
                  </a:moveTo>
                  <a:lnTo>
                    <a:pt x="1590" y="6352"/>
                  </a:lnTo>
                  <a:lnTo>
                    <a:pt x="541" y="6352"/>
                  </a:lnTo>
                  <a:lnTo>
                    <a:pt x="541" y="2120"/>
                  </a:lnTo>
                  <a:close/>
                  <a:moveTo>
                    <a:pt x="1057" y="1"/>
                  </a:moveTo>
                  <a:cubicBezTo>
                    <a:pt x="914" y="1"/>
                    <a:pt x="803" y="118"/>
                    <a:pt x="803" y="267"/>
                  </a:cubicBezTo>
                  <a:lnTo>
                    <a:pt x="803" y="1595"/>
                  </a:lnTo>
                  <a:lnTo>
                    <a:pt x="262" y="1595"/>
                  </a:lnTo>
                  <a:cubicBezTo>
                    <a:pt x="126" y="1595"/>
                    <a:pt x="0" y="1705"/>
                    <a:pt x="0" y="1857"/>
                  </a:cubicBezTo>
                  <a:lnTo>
                    <a:pt x="0" y="6628"/>
                  </a:lnTo>
                  <a:cubicBezTo>
                    <a:pt x="0" y="6767"/>
                    <a:pt x="126" y="6893"/>
                    <a:pt x="262" y="6893"/>
                  </a:cubicBezTo>
                  <a:lnTo>
                    <a:pt x="803" y="6893"/>
                  </a:lnTo>
                  <a:lnTo>
                    <a:pt x="803" y="8204"/>
                  </a:lnTo>
                  <a:cubicBezTo>
                    <a:pt x="803" y="8331"/>
                    <a:pt x="886" y="8453"/>
                    <a:pt x="1022" y="8470"/>
                  </a:cubicBezTo>
                  <a:cubicBezTo>
                    <a:pt x="1037" y="8472"/>
                    <a:pt x="1052" y="8473"/>
                    <a:pt x="1067" y="8473"/>
                  </a:cubicBezTo>
                  <a:cubicBezTo>
                    <a:pt x="1212" y="8473"/>
                    <a:pt x="1328" y="8355"/>
                    <a:pt x="1328" y="8204"/>
                  </a:cubicBezTo>
                  <a:lnTo>
                    <a:pt x="1328" y="6893"/>
                  </a:lnTo>
                  <a:lnTo>
                    <a:pt x="1852" y="6893"/>
                  </a:lnTo>
                  <a:cubicBezTo>
                    <a:pt x="2005" y="6893"/>
                    <a:pt x="2118" y="6767"/>
                    <a:pt x="2118" y="6628"/>
                  </a:cubicBezTo>
                  <a:lnTo>
                    <a:pt x="2118" y="1857"/>
                  </a:lnTo>
                  <a:cubicBezTo>
                    <a:pt x="2118" y="1705"/>
                    <a:pt x="2005" y="1595"/>
                    <a:pt x="1852" y="1595"/>
                  </a:cubicBezTo>
                  <a:lnTo>
                    <a:pt x="1328" y="1595"/>
                  </a:lnTo>
                  <a:lnTo>
                    <a:pt x="1328" y="281"/>
                  </a:lnTo>
                  <a:cubicBezTo>
                    <a:pt x="1328" y="141"/>
                    <a:pt x="1232" y="18"/>
                    <a:pt x="1105" y="5"/>
                  </a:cubicBezTo>
                  <a:cubicBezTo>
                    <a:pt x="1089" y="2"/>
                    <a:pt x="1073" y="1"/>
                    <a:pt x="10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9"/>
            <p:cNvSpPr/>
            <p:nvPr/>
          </p:nvSpPr>
          <p:spPr>
            <a:xfrm>
              <a:off x="4279575" y="2148750"/>
              <a:ext cx="52975" cy="172350"/>
            </a:xfrm>
            <a:custGeom>
              <a:rect b="b" l="l" r="r" t="t"/>
              <a:pathLst>
                <a:path extrusionOk="0" h="6894" w="2119">
                  <a:moveTo>
                    <a:pt x="1594" y="2122"/>
                  </a:moveTo>
                  <a:lnTo>
                    <a:pt x="1594" y="4777"/>
                  </a:lnTo>
                  <a:lnTo>
                    <a:pt x="528" y="4777"/>
                  </a:lnTo>
                  <a:lnTo>
                    <a:pt x="528" y="2122"/>
                  </a:lnTo>
                  <a:close/>
                  <a:moveTo>
                    <a:pt x="1058" y="0"/>
                  </a:moveTo>
                  <a:cubicBezTo>
                    <a:pt x="919" y="0"/>
                    <a:pt x="790" y="129"/>
                    <a:pt x="790" y="269"/>
                  </a:cubicBezTo>
                  <a:lnTo>
                    <a:pt x="790" y="1597"/>
                  </a:lnTo>
                  <a:lnTo>
                    <a:pt x="266" y="1597"/>
                  </a:lnTo>
                  <a:cubicBezTo>
                    <a:pt x="126" y="1597"/>
                    <a:pt x="0" y="1707"/>
                    <a:pt x="0" y="1859"/>
                  </a:cubicBezTo>
                  <a:lnTo>
                    <a:pt x="0" y="5039"/>
                  </a:lnTo>
                  <a:cubicBezTo>
                    <a:pt x="0" y="5179"/>
                    <a:pt x="126" y="5302"/>
                    <a:pt x="266" y="5302"/>
                  </a:cubicBezTo>
                  <a:lnTo>
                    <a:pt x="790" y="5302"/>
                  </a:lnTo>
                  <a:lnTo>
                    <a:pt x="790" y="6616"/>
                  </a:lnTo>
                  <a:cubicBezTo>
                    <a:pt x="790" y="6756"/>
                    <a:pt x="887" y="6865"/>
                    <a:pt x="1026" y="6892"/>
                  </a:cubicBezTo>
                  <a:cubicBezTo>
                    <a:pt x="1036" y="6893"/>
                    <a:pt x="1046" y="6893"/>
                    <a:pt x="1055" y="6893"/>
                  </a:cubicBezTo>
                  <a:cubicBezTo>
                    <a:pt x="1208" y="6893"/>
                    <a:pt x="1328" y="6773"/>
                    <a:pt x="1328" y="6630"/>
                  </a:cubicBezTo>
                  <a:lnTo>
                    <a:pt x="1328" y="5302"/>
                  </a:lnTo>
                  <a:lnTo>
                    <a:pt x="1856" y="5302"/>
                  </a:lnTo>
                  <a:cubicBezTo>
                    <a:pt x="2009" y="5302"/>
                    <a:pt x="2118" y="5179"/>
                    <a:pt x="2118" y="5039"/>
                  </a:cubicBezTo>
                  <a:lnTo>
                    <a:pt x="2118" y="1859"/>
                  </a:lnTo>
                  <a:cubicBezTo>
                    <a:pt x="2118" y="1707"/>
                    <a:pt x="2009" y="1597"/>
                    <a:pt x="1856" y="1597"/>
                  </a:cubicBezTo>
                  <a:lnTo>
                    <a:pt x="1328" y="1597"/>
                  </a:lnTo>
                  <a:lnTo>
                    <a:pt x="1328" y="282"/>
                  </a:lnTo>
                  <a:cubicBezTo>
                    <a:pt x="1328" y="143"/>
                    <a:pt x="1232" y="34"/>
                    <a:pt x="1096" y="4"/>
                  </a:cubicBezTo>
                  <a:cubicBezTo>
                    <a:pt x="1083" y="1"/>
                    <a:pt x="1070" y="0"/>
                    <a:pt x="1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Metrics &amp; Model Setup</a:t>
            </a:r>
            <a:endParaRPr/>
          </a:p>
        </p:txBody>
      </p:sp>
      <p:sp>
        <p:nvSpPr>
          <p:cNvPr id="930" name="Google Shape;930;p40"/>
          <p:cNvSpPr txBox="1"/>
          <p:nvPr>
            <p:ph idx="1" type="subTitle"/>
          </p:nvPr>
        </p:nvSpPr>
        <p:spPr>
          <a:xfrm>
            <a:off x="4869042" y="2513325"/>
            <a:ext cx="2535600" cy="16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70% train / 30% test split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Log Reg regularization = .5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SGD SVM learning rate =.001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Tuned Random Forest settings</a:t>
            </a:r>
            <a:endParaRPr/>
          </a:p>
        </p:txBody>
      </p:sp>
      <p:sp>
        <p:nvSpPr>
          <p:cNvPr id="931" name="Google Shape;931;p40"/>
          <p:cNvSpPr txBox="1"/>
          <p:nvPr>
            <p:ph idx="2" type="subTitle"/>
          </p:nvPr>
        </p:nvSpPr>
        <p:spPr>
          <a:xfrm>
            <a:off x="1739345" y="2513325"/>
            <a:ext cx="2535600" cy="16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Accuracy = Overall correct predictions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Precision = How often death predictions were right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Recall = How many true deaths identified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ROC AUC = Ability to separate alive vs death outcomes</a:t>
            </a:r>
            <a:endParaRPr/>
          </a:p>
        </p:txBody>
      </p:sp>
      <p:sp>
        <p:nvSpPr>
          <p:cNvPr id="932" name="Google Shape;932;p40"/>
          <p:cNvSpPr txBox="1"/>
          <p:nvPr>
            <p:ph idx="3" type="subTitle"/>
          </p:nvPr>
        </p:nvSpPr>
        <p:spPr>
          <a:xfrm>
            <a:off x="1739345" y="2037225"/>
            <a:ext cx="253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Metrics</a:t>
            </a:r>
            <a:endParaRPr/>
          </a:p>
        </p:txBody>
      </p:sp>
      <p:sp>
        <p:nvSpPr>
          <p:cNvPr id="933" name="Google Shape;933;p40"/>
          <p:cNvSpPr txBox="1"/>
          <p:nvPr>
            <p:ph idx="4" type="subTitle"/>
          </p:nvPr>
        </p:nvSpPr>
        <p:spPr>
          <a:xfrm>
            <a:off x="4869042" y="2037225"/>
            <a:ext cx="253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Settings</a:t>
            </a:r>
            <a:endParaRPr/>
          </a:p>
        </p:txBody>
      </p:sp>
      <p:sp>
        <p:nvSpPr>
          <p:cNvPr id="934" name="Google Shape;934;p40"/>
          <p:cNvSpPr/>
          <p:nvPr/>
        </p:nvSpPr>
        <p:spPr>
          <a:xfrm>
            <a:off x="2723645" y="1243963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40"/>
          <p:cNvSpPr/>
          <p:nvPr/>
        </p:nvSpPr>
        <p:spPr>
          <a:xfrm>
            <a:off x="5853342" y="1243975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40"/>
          <p:cNvSpPr/>
          <p:nvPr/>
        </p:nvSpPr>
        <p:spPr>
          <a:xfrm>
            <a:off x="5966005" y="1358025"/>
            <a:ext cx="341675" cy="338900"/>
          </a:xfrm>
          <a:custGeom>
            <a:rect b="b" l="l" r="r" t="t"/>
            <a:pathLst>
              <a:path extrusionOk="0" h="13556" w="13667">
                <a:moveTo>
                  <a:pt x="7857" y="3499"/>
                </a:moveTo>
                <a:cubicBezTo>
                  <a:pt x="8037" y="3556"/>
                  <a:pt x="8216" y="3639"/>
                  <a:pt x="8382" y="3722"/>
                </a:cubicBezTo>
                <a:lnTo>
                  <a:pt x="8382" y="4329"/>
                </a:lnTo>
                <a:cubicBezTo>
                  <a:pt x="8216" y="4220"/>
                  <a:pt x="8037" y="4137"/>
                  <a:pt x="7857" y="4067"/>
                </a:cubicBezTo>
                <a:lnTo>
                  <a:pt x="7857" y="3499"/>
                </a:lnTo>
                <a:close/>
                <a:moveTo>
                  <a:pt x="7330" y="2434"/>
                </a:moveTo>
                <a:lnTo>
                  <a:pt x="7330" y="7304"/>
                </a:lnTo>
                <a:lnTo>
                  <a:pt x="6267" y="7304"/>
                </a:lnTo>
                <a:lnTo>
                  <a:pt x="6267" y="2434"/>
                </a:lnTo>
                <a:close/>
                <a:moveTo>
                  <a:pt x="7857" y="4648"/>
                </a:moveTo>
                <a:cubicBezTo>
                  <a:pt x="8050" y="4731"/>
                  <a:pt x="8229" y="4854"/>
                  <a:pt x="8382" y="4993"/>
                </a:cubicBezTo>
                <a:lnTo>
                  <a:pt x="8382" y="7304"/>
                </a:lnTo>
                <a:lnTo>
                  <a:pt x="7857" y="7304"/>
                </a:lnTo>
                <a:lnTo>
                  <a:pt x="7857" y="4648"/>
                </a:lnTo>
                <a:close/>
                <a:moveTo>
                  <a:pt x="9972" y="525"/>
                </a:moveTo>
                <a:lnTo>
                  <a:pt x="9972" y="7304"/>
                </a:lnTo>
                <a:lnTo>
                  <a:pt x="8923" y="7304"/>
                </a:lnTo>
                <a:lnTo>
                  <a:pt x="8923" y="525"/>
                </a:lnTo>
                <a:close/>
                <a:moveTo>
                  <a:pt x="12628" y="4343"/>
                </a:moveTo>
                <a:lnTo>
                  <a:pt x="12628" y="7304"/>
                </a:lnTo>
                <a:lnTo>
                  <a:pt x="11562" y="7304"/>
                </a:lnTo>
                <a:lnTo>
                  <a:pt x="11562" y="4343"/>
                </a:lnTo>
                <a:close/>
                <a:moveTo>
                  <a:pt x="5740" y="4648"/>
                </a:moveTo>
                <a:lnTo>
                  <a:pt x="5740" y="7304"/>
                </a:lnTo>
                <a:lnTo>
                  <a:pt x="5587" y="7304"/>
                </a:lnTo>
                <a:cubicBezTo>
                  <a:pt x="5451" y="7304"/>
                  <a:pt x="5338" y="7400"/>
                  <a:pt x="5311" y="7539"/>
                </a:cubicBezTo>
                <a:cubicBezTo>
                  <a:pt x="5298" y="7705"/>
                  <a:pt x="5421" y="7841"/>
                  <a:pt x="5574" y="7841"/>
                </a:cubicBezTo>
                <a:lnTo>
                  <a:pt x="8936" y="7841"/>
                </a:lnTo>
                <a:cubicBezTo>
                  <a:pt x="8535" y="8645"/>
                  <a:pt x="7718" y="9156"/>
                  <a:pt x="6805" y="9156"/>
                </a:cubicBezTo>
                <a:cubicBezTo>
                  <a:pt x="4289" y="9143"/>
                  <a:pt x="3512" y="5767"/>
                  <a:pt x="5740" y="4648"/>
                </a:cubicBezTo>
                <a:close/>
                <a:moveTo>
                  <a:pt x="3804" y="9365"/>
                </a:moveTo>
                <a:cubicBezTo>
                  <a:pt x="3927" y="9515"/>
                  <a:pt x="4066" y="9654"/>
                  <a:pt x="4219" y="9780"/>
                </a:cubicBezTo>
                <a:lnTo>
                  <a:pt x="3844" y="10165"/>
                </a:lnTo>
                <a:lnTo>
                  <a:pt x="3416" y="9737"/>
                </a:lnTo>
                <a:lnTo>
                  <a:pt x="3804" y="9365"/>
                </a:lnTo>
                <a:close/>
                <a:moveTo>
                  <a:pt x="5740" y="3499"/>
                </a:moveTo>
                <a:lnTo>
                  <a:pt x="5740" y="4067"/>
                </a:lnTo>
                <a:cubicBezTo>
                  <a:pt x="4621" y="4495"/>
                  <a:pt x="3887" y="5574"/>
                  <a:pt x="3887" y="6776"/>
                </a:cubicBezTo>
                <a:cubicBezTo>
                  <a:pt x="3910" y="8622"/>
                  <a:pt x="5374" y="9676"/>
                  <a:pt x="6841" y="9676"/>
                </a:cubicBezTo>
                <a:cubicBezTo>
                  <a:pt x="7925" y="9676"/>
                  <a:pt x="9011" y="9100"/>
                  <a:pt x="9517" y="7841"/>
                </a:cubicBezTo>
                <a:lnTo>
                  <a:pt x="10085" y="7841"/>
                </a:lnTo>
                <a:cubicBezTo>
                  <a:pt x="9627" y="9252"/>
                  <a:pt x="8312" y="10222"/>
                  <a:pt x="6805" y="10222"/>
                </a:cubicBezTo>
                <a:cubicBezTo>
                  <a:pt x="2891" y="10165"/>
                  <a:pt x="2048" y="4744"/>
                  <a:pt x="5740" y="3499"/>
                </a:cubicBezTo>
                <a:close/>
                <a:moveTo>
                  <a:pt x="3031" y="10095"/>
                </a:moveTo>
                <a:lnTo>
                  <a:pt x="3486" y="10554"/>
                </a:lnTo>
                <a:lnTo>
                  <a:pt x="1288" y="12904"/>
                </a:lnTo>
                <a:cubicBezTo>
                  <a:pt x="1213" y="12985"/>
                  <a:pt x="1102" y="13023"/>
                  <a:pt x="990" y="13023"/>
                </a:cubicBezTo>
                <a:cubicBezTo>
                  <a:pt x="873" y="13023"/>
                  <a:pt x="755" y="12982"/>
                  <a:pt x="677" y="12904"/>
                </a:cubicBezTo>
                <a:cubicBezTo>
                  <a:pt x="524" y="12751"/>
                  <a:pt x="511" y="12449"/>
                  <a:pt x="677" y="12296"/>
                </a:cubicBezTo>
                <a:lnTo>
                  <a:pt x="3031" y="10095"/>
                </a:lnTo>
                <a:close/>
                <a:moveTo>
                  <a:pt x="8657" y="1"/>
                </a:moveTo>
                <a:cubicBezTo>
                  <a:pt x="8508" y="1"/>
                  <a:pt x="8382" y="110"/>
                  <a:pt x="8382" y="263"/>
                </a:cubicBezTo>
                <a:lnTo>
                  <a:pt x="8382" y="3124"/>
                </a:lnTo>
                <a:cubicBezTo>
                  <a:pt x="8216" y="3058"/>
                  <a:pt x="8037" y="3002"/>
                  <a:pt x="7857" y="2945"/>
                </a:cubicBezTo>
                <a:lnTo>
                  <a:pt x="7857" y="2172"/>
                </a:lnTo>
                <a:cubicBezTo>
                  <a:pt x="7857" y="2019"/>
                  <a:pt x="7745" y="1909"/>
                  <a:pt x="7595" y="1909"/>
                </a:cubicBezTo>
                <a:lnTo>
                  <a:pt x="6002" y="1909"/>
                </a:lnTo>
                <a:cubicBezTo>
                  <a:pt x="5852" y="1909"/>
                  <a:pt x="5740" y="2019"/>
                  <a:pt x="5740" y="2172"/>
                </a:cubicBezTo>
                <a:lnTo>
                  <a:pt x="5740" y="2945"/>
                </a:lnTo>
                <a:cubicBezTo>
                  <a:pt x="3167" y="3639"/>
                  <a:pt x="2005" y="6749"/>
                  <a:pt x="3472" y="8950"/>
                </a:cubicBezTo>
                <a:lnTo>
                  <a:pt x="305" y="11921"/>
                </a:lnTo>
                <a:cubicBezTo>
                  <a:pt x="126" y="12087"/>
                  <a:pt x="27" y="12323"/>
                  <a:pt x="13" y="12572"/>
                </a:cubicBezTo>
                <a:cubicBezTo>
                  <a:pt x="0" y="13098"/>
                  <a:pt x="446" y="13556"/>
                  <a:pt x="953" y="13556"/>
                </a:cubicBezTo>
                <a:cubicBezTo>
                  <a:pt x="967" y="13556"/>
                  <a:pt x="982" y="13555"/>
                  <a:pt x="996" y="13554"/>
                </a:cubicBezTo>
                <a:cubicBezTo>
                  <a:pt x="1258" y="13554"/>
                  <a:pt x="1494" y="13458"/>
                  <a:pt x="1660" y="13279"/>
                </a:cubicBezTo>
                <a:lnTo>
                  <a:pt x="4634" y="10112"/>
                </a:lnTo>
                <a:cubicBezTo>
                  <a:pt x="5292" y="10551"/>
                  <a:pt x="6033" y="10753"/>
                  <a:pt x="6766" y="10753"/>
                </a:cubicBezTo>
                <a:cubicBezTo>
                  <a:pt x="8480" y="10753"/>
                  <a:pt x="10152" y="9644"/>
                  <a:pt x="10636" y="7841"/>
                </a:cubicBezTo>
                <a:lnTo>
                  <a:pt x="13322" y="7841"/>
                </a:lnTo>
                <a:cubicBezTo>
                  <a:pt x="13667" y="7828"/>
                  <a:pt x="13667" y="7317"/>
                  <a:pt x="13322" y="7304"/>
                </a:cubicBezTo>
                <a:lnTo>
                  <a:pt x="13156" y="7304"/>
                </a:lnTo>
                <a:lnTo>
                  <a:pt x="13156" y="4080"/>
                </a:lnTo>
                <a:cubicBezTo>
                  <a:pt x="13156" y="3928"/>
                  <a:pt x="13043" y="3818"/>
                  <a:pt x="12890" y="3818"/>
                </a:cubicBezTo>
                <a:lnTo>
                  <a:pt x="11300" y="3818"/>
                </a:lnTo>
                <a:cubicBezTo>
                  <a:pt x="11147" y="3818"/>
                  <a:pt x="11038" y="3928"/>
                  <a:pt x="11038" y="4080"/>
                </a:cubicBezTo>
                <a:lnTo>
                  <a:pt x="11038" y="7304"/>
                </a:lnTo>
                <a:lnTo>
                  <a:pt x="10513" y="7304"/>
                </a:lnTo>
                <a:lnTo>
                  <a:pt x="10513" y="263"/>
                </a:lnTo>
                <a:cubicBezTo>
                  <a:pt x="10513" y="110"/>
                  <a:pt x="10387" y="1"/>
                  <a:pt x="1023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40"/>
          <p:cNvSpPr/>
          <p:nvPr/>
        </p:nvSpPr>
        <p:spPr>
          <a:xfrm>
            <a:off x="2831120" y="1375200"/>
            <a:ext cx="352050" cy="304525"/>
          </a:xfrm>
          <a:custGeom>
            <a:rect b="b" l="l" r="r" t="t"/>
            <a:pathLst>
              <a:path extrusionOk="0" h="12181" w="14082">
                <a:moveTo>
                  <a:pt x="3252" y="539"/>
                </a:moveTo>
                <a:cubicBezTo>
                  <a:pt x="4005" y="539"/>
                  <a:pt x="4759" y="625"/>
                  <a:pt x="5285" y="798"/>
                </a:cubicBezTo>
                <a:cubicBezTo>
                  <a:pt x="5810" y="964"/>
                  <a:pt x="5976" y="1143"/>
                  <a:pt x="5976" y="1213"/>
                </a:cubicBezTo>
                <a:cubicBezTo>
                  <a:pt x="5700" y="1711"/>
                  <a:pt x="4067" y="1877"/>
                  <a:pt x="3250" y="1877"/>
                </a:cubicBezTo>
                <a:cubicBezTo>
                  <a:pt x="3223" y="1877"/>
                  <a:pt x="3195" y="1877"/>
                  <a:pt x="3165" y="1877"/>
                </a:cubicBezTo>
                <a:cubicBezTo>
                  <a:pt x="2339" y="1877"/>
                  <a:pt x="794" y="1694"/>
                  <a:pt x="528" y="1213"/>
                </a:cubicBezTo>
                <a:cubicBezTo>
                  <a:pt x="528" y="1143"/>
                  <a:pt x="694" y="964"/>
                  <a:pt x="1219" y="798"/>
                </a:cubicBezTo>
                <a:cubicBezTo>
                  <a:pt x="1745" y="625"/>
                  <a:pt x="2498" y="539"/>
                  <a:pt x="3252" y="539"/>
                </a:cubicBezTo>
                <a:close/>
                <a:moveTo>
                  <a:pt x="5989" y="1903"/>
                </a:moveTo>
                <a:lnTo>
                  <a:pt x="5989" y="2707"/>
                </a:lnTo>
                <a:cubicBezTo>
                  <a:pt x="5711" y="3199"/>
                  <a:pt x="4184" y="3371"/>
                  <a:pt x="3357" y="3371"/>
                </a:cubicBezTo>
                <a:cubicBezTo>
                  <a:pt x="3326" y="3371"/>
                  <a:pt x="3296" y="3371"/>
                  <a:pt x="3267" y="3370"/>
                </a:cubicBezTo>
                <a:cubicBezTo>
                  <a:pt x="3239" y="3371"/>
                  <a:pt x="3210" y="3371"/>
                  <a:pt x="3180" y="3371"/>
                </a:cubicBezTo>
                <a:cubicBezTo>
                  <a:pt x="2340" y="3371"/>
                  <a:pt x="808" y="3188"/>
                  <a:pt x="541" y="2707"/>
                </a:cubicBezTo>
                <a:lnTo>
                  <a:pt x="541" y="1903"/>
                </a:lnTo>
                <a:cubicBezTo>
                  <a:pt x="1177" y="2243"/>
                  <a:pt x="2221" y="2414"/>
                  <a:pt x="3265" y="2414"/>
                </a:cubicBezTo>
                <a:cubicBezTo>
                  <a:pt x="4309" y="2414"/>
                  <a:pt x="5353" y="2243"/>
                  <a:pt x="5989" y="1903"/>
                </a:cubicBezTo>
                <a:close/>
                <a:moveTo>
                  <a:pt x="5989" y="3397"/>
                </a:moveTo>
                <a:lnTo>
                  <a:pt x="5989" y="4200"/>
                </a:lnTo>
                <a:cubicBezTo>
                  <a:pt x="5711" y="4693"/>
                  <a:pt x="4184" y="4865"/>
                  <a:pt x="3357" y="4865"/>
                </a:cubicBezTo>
                <a:cubicBezTo>
                  <a:pt x="3326" y="4865"/>
                  <a:pt x="3296" y="4865"/>
                  <a:pt x="3267" y="4864"/>
                </a:cubicBezTo>
                <a:cubicBezTo>
                  <a:pt x="3237" y="4865"/>
                  <a:pt x="3206" y="4865"/>
                  <a:pt x="3174" y="4865"/>
                </a:cubicBezTo>
                <a:cubicBezTo>
                  <a:pt x="2333" y="4865"/>
                  <a:pt x="807" y="4693"/>
                  <a:pt x="541" y="4200"/>
                </a:cubicBezTo>
                <a:lnTo>
                  <a:pt x="541" y="3397"/>
                </a:lnTo>
                <a:cubicBezTo>
                  <a:pt x="1177" y="3737"/>
                  <a:pt x="2221" y="3907"/>
                  <a:pt x="3265" y="3907"/>
                </a:cubicBezTo>
                <a:cubicBezTo>
                  <a:pt x="4309" y="3907"/>
                  <a:pt x="5353" y="3737"/>
                  <a:pt x="5989" y="3397"/>
                </a:cubicBezTo>
                <a:close/>
                <a:moveTo>
                  <a:pt x="5989" y="4891"/>
                </a:moveTo>
                <a:lnTo>
                  <a:pt x="5989" y="5694"/>
                </a:lnTo>
                <a:cubicBezTo>
                  <a:pt x="5713" y="6205"/>
                  <a:pt x="4053" y="6371"/>
                  <a:pt x="3267" y="6371"/>
                </a:cubicBezTo>
                <a:cubicBezTo>
                  <a:pt x="2463" y="6371"/>
                  <a:pt x="804" y="6205"/>
                  <a:pt x="541" y="5694"/>
                </a:cubicBezTo>
                <a:lnTo>
                  <a:pt x="541" y="4891"/>
                </a:lnTo>
                <a:cubicBezTo>
                  <a:pt x="1177" y="5231"/>
                  <a:pt x="2221" y="5401"/>
                  <a:pt x="3265" y="5401"/>
                </a:cubicBezTo>
                <a:cubicBezTo>
                  <a:pt x="4309" y="5401"/>
                  <a:pt x="5353" y="5231"/>
                  <a:pt x="5989" y="4891"/>
                </a:cubicBezTo>
                <a:close/>
                <a:moveTo>
                  <a:pt x="8176" y="9249"/>
                </a:moveTo>
                <a:cubicBezTo>
                  <a:pt x="8701" y="9263"/>
                  <a:pt x="8701" y="10023"/>
                  <a:pt x="8176" y="10036"/>
                </a:cubicBezTo>
                <a:cubicBezTo>
                  <a:pt x="7954" y="10036"/>
                  <a:pt x="7775" y="9870"/>
                  <a:pt x="7775" y="9651"/>
                </a:cubicBezTo>
                <a:cubicBezTo>
                  <a:pt x="7775" y="9429"/>
                  <a:pt x="7954" y="9249"/>
                  <a:pt x="8176" y="9249"/>
                </a:cubicBezTo>
                <a:close/>
                <a:moveTo>
                  <a:pt x="8209" y="7546"/>
                </a:moveTo>
                <a:cubicBezTo>
                  <a:pt x="8909" y="7546"/>
                  <a:pt x="9613" y="7834"/>
                  <a:pt x="10112" y="8459"/>
                </a:cubicBezTo>
                <a:cubicBezTo>
                  <a:pt x="10164" y="8521"/>
                  <a:pt x="10238" y="8554"/>
                  <a:pt x="10319" y="8554"/>
                </a:cubicBezTo>
                <a:cubicBezTo>
                  <a:pt x="10347" y="8554"/>
                  <a:pt x="10375" y="8550"/>
                  <a:pt x="10404" y="8542"/>
                </a:cubicBezTo>
                <a:cubicBezTo>
                  <a:pt x="10513" y="8506"/>
                  <a:pt x="10624" y="8489"/>
                  <a:pt x="10733" y="8489"/>
                </a:cubicBezTo>
                <a:cubicBezTo>
                  <a:pt x="11329" y="8489"/>
                  <a:pt x="11879" y="8990"/>
                  <a:pt x="11868" y="9621"/>
                </a:cubicBezTo>
                <a:cubicBezTo>
                  <a:pt x="11868" y="9774"/>
                  <a:pt x="11994" y="9887"/>
                  <a:pt x="12147" y="9887"/>
                </a:cubicBezTo>
                <a:cubicBezTo>
                  <a:pt x="13309" y="9927"/>
                  <a:pt x="13309" y="11613"/>
                  <a:pt x="12147" y="11656"/>
                </a:cubicBezTo>
                <a:lnTo>
                  <a:pt x="5604" y="11656"/>
                </a:lnTo>
                <a:cubicBezTo>
                  <a:pt x="4538" y="11630"/>
                  <a:pt x="4412" y="10119"/>
                  <a:pt x="5451" y="9900"/>
                </a:cubicBezTo>
                <a:lnTo>
                  <a:pt x="7290" y="9900"/>
                </a:lnTo>
                <a:cubicBezTo>
                  <a:pt x="7432" y="10350"/>
                  <a:pt x="7803" y="10561"/>
                  <a:pt x="8172" y="10561"/>
                </a:cubicBezTo>
                <a:cubicBezTo>
                  <a:pt x="8631" y="10561"/>
                  <a:pt x="9088" y="10236"/>
                  <a:pt x="9103" y="9638"/>
                </a:cubicBezTo>
                <a:cubicBezTo>
                  <a:pt x="9088" y="9045"/>
                  <a:pt x="8627" y="8717"/>
                  <a:pt x="8166" y="8717"/>
                </a:cubicBezTo>
                <a:cubicBezTo>
                  <a:pt x="7798" y="8717"/>
                  <a:pt x="7431" y="8925"/>
                  <a:pt x="7290" y="9372"/>
                </a:cubicBezTo>
                <a:lnTo>
                  <a:pt x="5770" y="9372"/>
                </a:lnTo>
                <a:cubicBezTo>
                  <a:pt x="6086" y="8213"/>
                  <a:pt x="7143" y="7546"/>
                  <a:pt x="8209" y="7546"/>
                </a:cubicBezTo>
                <a:close/>
                <a:moveTo>
                  <a:pt x="3258" y="0"/>
                </a:moveTo>
                <a:cubicBezTo>
                  <a:pt x="1640" y="0"/>
                  <a:pt x="22" y="404"/>
                  <a:pt x="0" y="1213"/>
                </a:cubicBezTo>
                <a:lnTo>
                  <a:pt x="0" y="5707"/>
                </a:lnTo>
                <a:cubicBezTo>
                  <a:pt x="0" y="6484"/>
                  <a:pt x="1507" y="6856"/>
                  <a:pt x="3001" y="6899"/>
                </a:cubicBezTo>
                <a:lnTo>
                  <a:pt x="3001" y="9638"/>
                </a:lnTo>
                <a:cubicBezTo>
                  <a:pt x="3001" y="9787"/>
                  <a:pt x="3114" y="9900"/>
                  <a:pt x="3267" y="9900"/>
                </a:cubicBezTo>
                <a:lnTo>
                  <a:pt x="4512" y="9900"/>
                </a:lnTo>
                <a:cubicBezTo>
                  <a:pt x="3781" y="10809"/>
                  <a:pt x="4449" y="12181"/>
                  <a:pt x="5600" y="12181"/>
                </a:cubicBezTo>
                <a:cubicBezTo>
                  <a:pt x="5606" y="12181"/>
                  <a:pt x="5611" y="12181"/>
                  <a:pt x="5617" y="12181"/>
                </a:cubicBezTo>
                <a:lnTo>
                  <a:pt x="12160" y="12181"/>
                </a:lnTo>
                <a:cubicBezTo>
                  <a:pt x="13889" y="12141"/>
                  <a:pt x="14082" y="9721"/>
                  <a:pt x="12409" y="9389"/>
                </a:cubicBezTo>
                <a:cubicBezTo>
                  <a:pt x="12298" y="8570"/>
                  <a:pt x="11565" y="7957"/>
                  <a:pt x="10759" y="7957"/>
                </a:cubicBezTo>
                <a:cubicBezTo>
                  <a:pt x="10650" y="7957"/>
                  <a:pt x="10540" y="7968"/>
                  <a:pt x="10430" y="7991"/>
                </a:cubicBezTo>
                <a:cubicBezTo>
                  <a:pt x="9818" y="7322"/>
                  <a:pt x="9011" y="7014"/>
                  <a:pt x="8213" y="7014"/>
                </a:cubicBezTo>
                <a:cubicBezTo>
                  <a:pt x="6867" y="7014"/>
                  <a:pt x="5545" y="7888"/>
                  <a:pt x="5215" y="9372"/>
                </a:cubicBezTo>
                <a:lnTo>
                  <a:pt x="3529" y="9372"/>
                </a:lnTo>
                <a:lnTo>
                  <a:pt x="3529" y="6899"/>
                </a:lnTo>
                <a:cubicBezTo>
                  <a:pt x="5023" y="6856"/>
                  <a:pt x="6517" y="6484"/>
                  <a:pt x="6517" y="5707"/>
                </a:cubicBezTo>
                <a:lnTo>
                  <a:pt x="6517" y="1213"/>
                </a:lnTo>
                <a:cubicBezTo>
                  <a:pt x="6495" y="404"/>
                  <a:pt x="4877" y="0"/>
                  <a:pt x="325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41"/>
          <p:cNvSpPr txBox="1"/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943" name="Google Shape;943;p41"/>
          <p:cNvSpPr txBox="1"/>
          <p:nvPr>
            <p:ph idx="2" type="title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944" name="Google Shape;944;p41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45" name="Google Shape;945;p41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46" name="Google Shape;946;p4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47" name="Google Shape;947;p4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8" name="Google Shape;948;p41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49" name="Google Shape;949;p4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50" name="Google Shape;950;p4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1" name="Google Shape;951;p41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52" name="Google Shape;952;p4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53" name="Google Shape;953;p4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4" name="Google Shape;954;p41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55" name="Google Shape;955;p41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56" name="Google Shape;956;p41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7" name="Google Shape;957;p41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58" name="Google Shape;958;p41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59" name="Google Shape;959;p41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0" name="Google Shape;960;p41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61" name="Google Shape;961;p4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62" name="Google Shape;962;p4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42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 Comparison</a:t>
            </a:r>
            <a:endParaRPr/>
          </a:p>
        </p:txBody>
      </p:sp>
      <p:sp>
        <p:nvSpPr>
          <p:cNvPr id="968" name="Google Shape;968;p42"/>
          <p:cNvSpPr txBox="1"/>
          <p:nvPr>
            <p:ph idx="1" type="subTitle"/>
          </p:nvPr>
        </p:nvSpPr>
        <p:spPr>
          <a:xfrm>
            <a:off x="1039274" y="1747188"/>
            <a:ext cx="30570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Random Forest leads the models in accuracy and is likely due to its: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Font typeface="Barlow Light"/>
              <a:buChar char="●"/>
            </a:pPr>
            <a:r>
              <a:rPr lang="en"/>
              <a:t>Ability to </a:t>
            </a:r>
            <a:r>
              <a:rPr lang="en"/>
              <a:t>handle</a:t>
            </a:r>
            <a:r>
              <a:rPr lang="en"/>
              <a:t> interactions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Barlow Light"/>
              <a:buChar char="●"/>
            </a:pPr>
            <a:r>
              <a:rPr lang="en"/>
              <a:t>Ability to understand nonlinear relationships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Barlow Light"/>
              <a:buChar char="●"/>
            </a:pPr>
            <a:r>
              <a:rPr lang="en"/>
              <a:t>Makes less assumptions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Mortality may depend on combinations of variables, not one-factor linear effects.</a:t>
            </a:r>
            <a:endParaRPr/>
          </a:p>
        </p:txBody>
      </p:sp>
      <p:graphicFrame>
        <p:nvGraphicFramePr>
          <p:cNvPr id="969" name="Google Shape;969;p42"/>
          <p:cNvGraphicFramePr/>
          <p:nvPr/>
        </p:nvGraphicFramePr>
        <p:xfrm>
          <a:off x="442395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{44D0F43F-AEF6-4A32-9309-5199A0234219}</a:tableStyleId>
              </a:tblPr>
              <a:tblGrid>
                <a:gridCol w="1883775"/>
                <a:gridCol w="1883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 Percentage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Logistic 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82.9%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SGD SVM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82.0%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 Forest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98.2%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43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Analyzing Random Forest</a:t>
            </a:r>
            <a:endParaRPr/>
          </a:p>
        </p:txBody>
      </p:sp>
      <p:sp>
        <p:nvSpPr>
          <p:cNvPr id="975" name="Google Shape;975;p43"/>
          <p:cNvSpPr txBox="1"/>
          <p:nvPr>
            <p:ph idx="1" type="subTitle"/>
          </p:nvPr>
        </p:nvSpPr>
        <p:spPr>
          <a:xfrm>
            <a:off x="1039274" y="1796600"/>
            <a:ext cx="30570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Further analysis shows us promising results and concerns.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Font typeface="Barlow Light"/>
              <a:buChar char="●"/>
            </a:pPr>
            <a:r>
              <a:rPr lang="en"/>
              <a:t>Balanced Predictability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Metrics are not very different from each other per class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Barlow Light"/>
              <a:buChar char="●"/>
            </a:pPr>
            <a:r>
              <a:rPr lang="en"/>
              <a:t>Class Imbalance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93 for class 0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18 for class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6" name="Google Shape;976;p43"/>
          <p:cNvGrpSpPr/>
          <p:nvPr/>
        </p:nvGrpSpPr>
        <p:grpSpPr>
          <a:xfrm>
            <a:off x="5182300" y="946075"/>
            <a:ext cx="3171275" cy="3999375"/>
            <a:chOff x="5516700" y="1017725"/>
            <a:chExt cx="3171275" cy="3999375"/>
          </a:xfrm>
        </p:grpSpPr>
        <p:pic>
          <p:nvPicPr>
            <p:cNvPr id="977" name="Google Shape;977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16711" y="1017725"/>
              <a:ext cx="3171264" cy="2763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8" name="Google Shape;978;p43"/>
            <p:cNvPicPr preferRelativeResize="0"/>
            <p:nvPr/>
          </p:nvPicPr>
          <p:blipFill rotWithShape="1">
            <a:blip r:embed="rId4">
              <a:alphaModFix/>
            </a:blip>
            <a:srcRect b="0" l="0" r="15747" t="0"/>
            <a:stretch/>
          </p:blipFill>
          <p:spPr>
            <a:xfrm>
              <a:off x="5516700" y="3781426"/>
              <a:ext cx="3171275" cy="12356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44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 Curve</a:t>
            </a:r>
            <a:endParaRPr/>
          </a:p>
        </p:txBody>
      </p:sp>
      <p:pic>
        <p:nvPicPr>
          <p:cNvPr id="984" name="Google Shape;98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7287" y="1148000"/>
            <a:ext cx="4589426" cy="349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45"/>
          <p:cNvSpPr txBox="1"/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990" name="Google Shape;990;p45"/>
          <p:cNvSpPr txBox="1"/>
          <p:nvPr>
            <p:ph idx="2" type="title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991" name="Google Shape;991;p45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92" name="Google Shape;992;p45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93" name="Google Shape;993;p45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94" name="Google Shape;994;p45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5" name="Google Shape;995;p45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96" name="Google Shape;996;p45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97" name="Google Shape;997;p45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8" name="Google Shape;998;p45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99" name="Google Shape;999;p45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000" name="Google Shape;1000;p45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1" name="Google Shape;1001;p45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1002" name="Google Shape;1002;p45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003" name="Google Shape;1003;p45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4" name="Google Shape;1004;p45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1005" name="Google Shape;1005;p45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006" name="Google Shape;1006;p45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7" name="Google Shape;1007;p45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1008" name="Google Shape;1008;p45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09" name="Google Shape;1009;p45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and Professional Caution</a:t>
            </a:r>
            <a:endParaRPr/>
          </a:p>
        </p:txBody>
      </p:sp>
      <p:sp>
        <p:nvSpPr>
          <p:cNvPr id="1015" name="Google Shape;1015;p46"/>
          <p:cNvSpPr txBox="1"/>
          <p:nvPr>
            <p:ph idx="1" type="subTitle"/>
          </p:nvPr>
        </p:nvSpPr>
        <p:spPr>
          <a:xfrm>
            <a:off x="1830436" y="1918624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368 observations limits generalizability</a:t>
            </a:r>
            <a:endParaRPr/>
          </a:p>
        </p:txBody>
      </p:sp>
      <p:sp>
        <p:nvSpPr>
          <p:cNvPr id="1016" name="Google Shape;1016;p46"/>
          <p:cNvSpPr txBox="1"/>
          <p:nvPr>
            <p:ph idx="3" type="subTitle"/>
          </p:nvPr>
        </p:nvSpPr>
        <p:spPr>
          <a:xfrm>
            <a:off x="719988" y="3627525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accuracy does not guarantee real-world reliability</a:t>
            </a:r>
            <a:endParaRPr/>
          </a:p>
        </p:txBody>
      </p:sp>
      <p:sp>
        <p:nvSpPr>
          <p:cNvPr id="1017" name="Google Shape;1017;p46"/>
          <p:cNvSpPr txBox="1"/>
          <p:nvPr>
            <p:ph idx="4" type="subTitle"/>
          </p:nvPr>
        </p:nvSpPr>
        <p:spPr>
          <a:xfrm>
            <a:off x="3392251" y="3627525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models are harder to explain to regulators</a:t>
            </a:r>
            <a:endParaRPr/>
          </a:p>
        </p:txBody>
      </p:sp>
      <p:sp>
        <p:nvSpPr>
          <p:cNvPr id="1018" name="Google Shape;1018;p46"/>
          <p:cNvSpPr txBox="1"/>
          <p:nvPr>
            <p:ph idx="5" type="subTitle"/>
          </p:nvPr>
        </p:nvSpPr>
        <p:spPr>
          <a:xfrm>
            <a:off x="4954064" y="1921374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Heart failure data may not represent broader populations</a:t>
            </a:r>
            <a:endParaRPr/>
          </a:p>
        </p:txBody>
      </p:sp>
      <p:sp>
        <p:nvSpPr>
          <p:cNvPr id="1019" name="Google Shape;1019;p46"/>
          <p:cNvSpPr txBox="1"/>
          <p:nvPr>
            <p:ph idx="6" type="subTitle"/>
          </p:nvPr>
        </p:nvSpPr>
        <p:spPr>
          <a:xfrm>
            <a:off x="6064515" y="3627525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Requires validation, monitoring, and ethical oversight</a:t>
            </a:r>
            <a:endParaRPr/>
          </a:p>
        </p:txBody>
      </p:sp>
      <p:sp>
        <p:nvSpPr>
          <p:cNvPr id="1020" name="Google Shape;1020;p46"/>
          <p:cNvSpPr txBox="1"/>
          <p:nvPr>
            <p:ph idx="7" type="subTitle"/>
          </p:nvPr>
        </p:nvSpPr>
        <p:spPr>
          <a:xfrm>
            <a:off x="1835076" y="1697625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Dataset</a:t>
            </a:r>
            <a:endParaRPr/>
          </a:p>
        </p:txBody>
      </p:sp>
      <p:sp>
        <p:nvSpPr>
          <p:cNvPr id="1021" name="Google Shape;1021;p46"/>
          <p:cNvSpPr txBox="1"/>
          <p:nvPr>
            <p:ph idx="9" type="subTitle"/>
          </p:nvPr>
        </p:nvSpPr>
        <p:spPr>
          <a:xfrm>
            <a:off x="4958701" y="1700375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Context</a:t>
            </a:r>
            <a:endParaRPr/>
          </a:p>
        </p:txBody>
      </p:sp>
      <p:sp>
        <p:nvSpPr>
          <p:cNvPr id="1022" name="Google Shape;1022;p46"/>
          <p:cNvSpPr txBox="1"/>
          <p:nvPr>
            <p:ph idx="13" type="subTitle"/>
          </p:nvPr>
        </p:nvSpPr>
        <p:spPr>
          <a:xfrm>
            <a:off x="724627" y="3403328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Risk</a:t>
            </a:r>
            <a:endParaRPr/>
          </a:p>
        </p:txBody>
      </p:sp>
      <p:sp>
        <p:nvSpPr>
          <p:cNvPr id="1023" name="Google Shape;1023;p46"/>
          <p:cNvSpPr txBox="1"/>
          <p:nvPr>
            <p:ph idx="14" type="subTitle"/>
          </p:nvPr>
        </p:nvSpPr>
        <p:spPr>
          <a:xfrm>
            <a:off x="3396892" y="3403328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Interpretability</a:t>
            </a:r>
            <a:endParaRPr/>
          </a:p>
        </p:txBody>
      </p:sp>
      <p:sp>
        <p:nvSpPr>
          <p:cNvPr id="1024" name="Google Shape;1024;p46"/>
          <p:cNvSpPr txBox="1"/>
          <p:nvPr>
            <p:ph idx="15" type="subTitle"/>
          </p:nvPr>
        </p:nvSpPr>
        <p:spPr>
          <a:xfrm>
            <a:off x="6069150" y="3403325"/>
            <a:ext cx="3075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Governance Needed</a:t>
            </a:r>
            <a:endParaRPr/>
          </a:p>
        </p:txBody>
      </p:sp>
      <p:sp>
        <p:nvSpPr>
          <p:cNvPr id="1025" name="Google Shape;1025;p46"/>
          <p:cNvSpPr/>
          <p:nvPr/>
        </p:nvSpPr>
        <p:spPr>
          <a:xfrm>
            <a:off x="724635" y="2760113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46"/>
          <p:cNvSpPr/>
          <p:nvPr/>
        </p:nvSpPr>
        <p:spPr>
          <a:xfrm>
            <a:off x="3396872" y="2760113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46"/>
          <p:cNvSpPr/>
          <p:nvPr/>
        </p:nvSpPr>
        <p:spPr>
          <a:xfrm>
            <a:off x="6069122" y="2760113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46"/>
          <p:cNvSpPr/>
          <p:nvPr/>
        </p:nvSpPr>
        <p:spPr>
          <a:xfrm>
            <a:off x="1835084" y="1017713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46"/>
          <p:cNvSpPr/>
          <p:nvPr/>
        </p:nvSpPr>
        <p:spPr>
          <a:xfrm>
            <a:off x="4958696" y="1020463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0" name="Google Shape;1030;p46"/>
          <p:cNvGrpSpPr/>
          <p:nvPr/>
        </p:nvGrpSpPr>
        <p:grpSpPr>
          <a:xfrm>
            <a:off x="6183047" y="2874175"/>
            <a:ext cx="339200" cy="338875"/>
            <a:chOff x="4016825" y="3801400"/>
            <a:chExt cx="339200" cy="338875"/>
          </a:xfrm>
        </p:grpSpPr>
        <p:sp>
          <p:nvSpPr>
            <p:cNvPr id="1031" name="Google Shape;1031;p46"/>
            <p:cNvSpPr/>
            <p:nvPr/>
          </p:nvSpPr>
          <p:spPr>
            <a:xfrm>
              <a:off x="4016825" y="3801400"/>
              <a:ext cx="339200" cy="338875"/>
            </a:xfrm>
            <a:custGeom>
              <a:rect b="b" l="l" r="r" t="t"/>
              <a:pathLst>
                <a:path extrusionOk="0" h="13555" w="13568">
                  <a:moveTo>
                    <a:pt x="10125" y="525"/>
                  </a:moveTo>
                  <a:lnTo>
                    <a:pt x="10125" y="4233"/>
                  </a:lnTo>
                  <a:lnTo>
                    <a:pt x="8767" y="4233"/>
                  </a:lnTo>
                  <a:cubicBezTo>
                    <a:pt x="8701" y="4233"/>
                    <a:pt x="8645" y="4259"/>
                    <a:pt x="8588" y="4316"/>
                  </a:cubicBezTo>
                  <a:lnTo>
                    <a:pt x="8133" y="4771"/>
                  </a:lnTo>
                  <a:lnTo>
                    <a:pt x="7675" y="4316"/>
                  </a:lnTo>
                  <a:cubicBezTo>
                    <a:pt x="7635" y="4259"/>
                    <a:pt x="7566" y="4233"/>
                    <a:pt x="7496" y="4233"/>
                  </a:cubicBezTo>
                  <a:lnTo>
                    <a:pt x="6155" y="4233"/>
                  </a:lnTo>
                  <a:lnTo>
                    <a:pt x="6155" y="525"/>
                  </a:lnTo>
                  <a:close/>
                  <a:moveTo>
                    <a:pt x="11453" y="4024"/>
                  </a:moveTo>
                  <a:lnTo>
                    <a:pt x="11453" y="10650"/>
                  </a:lnTo>
                  <a:lnTo>
                    <a:pt x="2128" y="10650"/>
                  </a:lnTo>
                  <a:lnTo>
                    <a:pt x="2128" y="4024"/>
                  </a:lnTo>
                  <a:lnTo>
                    <a:pt x="5614" y="4024"/>
                  </a:lnTo>
                  <a:lnTo>
                    <a:pt x="5614" y="4233"/>
                  </a:lnTo>
                  <a:cubicBezTo>
                    <a:pt x="5614" y="4522"/>
                    <a:pt x="5850" y="4771"/>
                    <a:pt x="6155" y="4771"/>
                  </a:cubicBezTo>
                  <a:lnTo>
                    <a:pt x="7386" y="4771"/>
                  </a:lnTo>
                  <a:lnTo>
                    <a:pt x="7758" y="5146"/>
                  </a:lnTo>
                  <a:cubicBezTo>
                    <a:pt x="7855" y="5242"/>
                    <a:pt x="7994" y="5298"/>
                    <a:pt x="8133" y="5298"/>
                  </a:cubicBezTo>
                  <a:cubicBezTo>
                    <a:pt x="8270" y="5298"/>
                    <a:pt x="8409" y="5242"/>
                    <a:pt x="8505" y="5146"/>
                  </a:cubicBezTo>
                  <a:lnTo>
                    <a:pt x="8880" y="4771"/>
                  </a:lnTo>
                  <a:lnTo>
                    <a:pt x="10125" y="4771"/>
                  </a:lnTo>
                  <a:cubicBezTo>
                    <a:pt x="10414" y="4771"/>
                    <a:pt x="10650" y="4522"/>
                    <a:pt x="10650" y="4233"/>
                  </a:cubicBezTo>
                  <a:lnTo>
                    <a:pt x="10650" y="4024"/>
                  </a:lnTo>
                  <a:close/>
                  <a:moveTo>
                    <a:pt x="12240" y="2961"/>
                  </a:moveTo>
                  <a:cubicBezTo>
                    <a:pt x="12392" y="2961"/>
                    <a:pt x="12502" y="3084"/>
                    <a:pt x="12502" y="3224"/>
                  </a:cubicBezTo>
                  <a:lnTo>
                    <a:pt x="12502" y="11702"/>
                  </a:lnTo>
                  <a:lnTo>
                    <a:pt x="8369" y="11702"/>
                  </a:lnTo>
                  <a:cubicBezTo>
                    <a:pt x="8230" y="11702"/>
                    <a:pt x="8104" y="11825"/>
                    <a:pt x="8104" y="11964"/>
                  </a:cubicBezTo>
                  <a:lnTo>
                    <a:pt x="5464" y="11964"/>
                  </a:lnTo>
                  <a:cubicBezTo>
                    <a:pt x="5464" y="11825"/>
                    <a:pt x="5338" y="11702"/>
                    <a:pt x="5199" y="11702"/>
                  </a:cubicBezTo>
                  <a:lnTo>
                    <a:pt x="1066" y="11702"/>
                  </a:lnTo>
                  <a:lnTo>
                    <a:pt x="1066" y="3224"/>
                  </a:lnTo>
                  <a:cubicBezTo>
                    <a:pt x="1066" y="3084"/>
                    <a:pt x="1176" y="2961"/>
                    <a:pt x="1328" y="2961"/>
                  </a:cubicBezTo>
                  <a:lnTo>
                    <a:pt x="5614" y="2961"/>
                  </a:lnTo>
                  <a:lnTo>
                    <a:pt x="5614" y="3499"/>
                  </a:lnTo>
                  <a:lnTo>
                    <a:pt x="1853" y="3499"/>
                  </a:lnTo>
                  <a:cubicBezTo>
                    <a:pt x="1713" y="3499"/>
                    <a:pt x="1590" y="3609"/>
                    <a:pt x="1590" y="3761"/>
                  </a:cubicBezTo>
                  <a:lnTo>
                    <a:pt x="1590" y="10912"/>
                  </a:lnTo>
                  <a:cubicBezTo>
                    <a:pt x="1590" y="11051"/>
                    <a:pt x="1713" y="11177"/>
                    <a:pt x="1853" y="11177"/>
                  </a:cubicBezTo>
                  <a:lnTo>
                    <a:pt x="11715" y="11177"/>
                  </a:lnTo>
                  <a:cubicBezTo>
                    <a:pt x="11855" y="11177"/>
                    <a:pt x="11977" y="11051"/>
                    <a:pt x="11977" y="10912"/>
                  </a:cubicBezTo>
                  <a:lnTo>
                    <a:pt x="11977" y="3761"/>
                  </a:lnTo>
                  <a:cubicBezTo>
                    <a:pt x="11977" y="3609"/>
                    <a:pt x="11855" y="3499"/>
                    <a:pt x="11715" y="3499"/>
                  </a:cubicBezTo>
                  <a:lnTo>
                    <a:pt x="10650" y="3499"/>
                  </a:lnTo>
                  <a:lnTo>
                    <a:pt x="10650" y="2961"/>
                  </a:lnTo>
                  <a:close/>
                  <a:moveTo>
                    <a:pt x="13030" y="12240"/>
                  </a:moveTo>
                  <a:lnTo>
                    <a:pt x="13030" y="12767"/>
                  </a:lnTo>
                  <a:cubicBezTo>
                    <a:pt x="13030" y="12904"/>
                    <a:pt x="12917" y="13030"/>
                    <a:pt x="12768" y="13030"/>
                  </a:cubicBezTo>
                  <a:lnTo>
                    <a:pt x="800" y="13030"/>
                  </a:lnTo>
                  <a:cubicBezTo>
                    <a:pt x="651" y="13030"/>
                    <a:pt x="538" y="12904"/>
                    <a:pt x="538" y="12767"/>
                  </a:cubicBezTo>
                  <a:lnTo>
                    <a:pt x="538" y="12240"/>
                  </a:lnTo>
                  <a:lnTo>
                    <a:pt x="5006" y="12240"/>
                  </a:lnTo>
                  <a:cubicBezTo>
                    <a:pt x="5089" y="12392"/>
                    <a:pt x="5269" y="12505"/>
                    <a:pt x="5464" y="12505"/>
                  </a:cubicBezTo>
                  <a:lnTo>
                    <a:pt x="8104" y="12505"/>
                  </a:lnTo>
                  <a:cubicBezTo>
                    <a:pt x="8299" y="12505"/>
                    <a:pt x="8479" y="12392"/>
                    <a:pt x="8562" y="12240"/>
                  </a:cubicBezTo>
                  <a:close/>
                  <a:moveTo>
                    <a:pt x="6155" y="0"/>
                  </a:moveTo>
                  <a:cubicBezTo>
                    <a:pt x="5850" y="0"/>
                    <a:pt x="5614" y="236"/>
                    <a:pt x="5614" y="525"/>
                  </a:cubicBezTo>
                  <a:lnTo>
                    <a:pt x="5614" y="2434"/>
                  </a:lnTo>
                  <a:lnTo>
                    <a:pt x="1328" y="2434"/>
                  </a:lnTo>
                  <a:cubicBezTo>
                    <a:pt x="883" y="2434"/>
                    <a:pt x="538" y="2795"/>
                    <a:pt x="538" y="3224"/>
                  </a:cubicBezTo>
                  <a:lnTo>
                    <a:pt x="538" y="11702"/>
                  </a:lnTo>
                  <a:lnTo>
                    <a:pt x="263" y="11702"/>
                  </a:lnTo>
                  <a:cubicBezTo>
                    <a:pt x="123" y="11702"/>
                    <a:pt x="0" y="11825"/>
                    <a:pt x="0" y="11964"/>
                  </a:cubicBezTo>
                  <a:lnTo>
                    <a:pt x="0" y="12767"/>
                  </a:lnTo>
                  <a:cubicBezTo>
                    <a:pt x="0" y="13209"/>
                    <a:pt x="359" y="13554"/>
                    <a:pt x="800" y="13554"/>
                  </a:cubicBezTo>
                  <a:lnTo>
                    <a:pt x="12768" y="13554"/>
                  </a:lnTo>
                  <a:cubicBezTo>
                    <a:pt x="13209" y="13554"/>
                    <a:pt x="13568" y="13209"/>
                    <a:pt x="13568" y="12767"/>
                  </a:cubicBezTo>
                  <a:lnTo>
                    <a:pt x="13568" y="11964"/>
                  </a:lnTo>
                  <a:cubicBezTo>
                    <a:pt x="13568" y="11825"/>
                    <a:pt x="13445" y="11702"/>
                    <a:pt x="13305" y="11702"/>
                  </a:cubicBezTo>
                  <a:lnTo>
                    <a:pt x="13030" y="11702"/>
                  </a:lnTo>
                  <a:lnTo>
                    <a:pt x="13030" y="3224"/>
                  </a:lnTo>
                  <a:cubicBezTo>
                    <a:pt x="13030" y="2795"/>
                    <a:pt x="12685" y="2434"/>
                    <a:pt x="12240" y="2434"/>
                  </a:cubicBezTo>
                  <a:lnTo>
                    <a:pt x="10650" y="2434"/>
                  </a:lnTo>
                  <a:lnTo>
                    <a:pt x="10650" y="525"/>
                  </a:lnTo>
                  <a:cubicBezTo>
                    <a:pt x="10650" y="236"/>
                    <a:pt x="10414" y="0"/>
                    <a:pt x="101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46"/>
            <p:cNvSpPr/>
            <p:nvPr/>
          </p:nvSpPr>
          <p:spPr>
            <a:xfrm>
              <a:off x="4186625" y="3828025"/>
              <a:ext cx="67000" cy="66150"/>
            </a:xfrm>
            <a:custGeom>
              <a:rect b="b" l="l" r="r" t="t"/>
              <a:pathLst>
                <a:path extrusionOk="0" h="2646" w="2680">
                  <a:moveTo>
                    <a:pt x="1617" y="525"/>
                  </a:moveTo>
                  <a:cubicBezTo>
                    <a:pt x="1909" y="525"/>
                    <a:pt x="2141" y="761"/>
                    <a:pt x="2141" y="1067"/>
                  </a:cubicBezTo>
                  <a:cubicBezTo>
                    <a:pt x="2128" y="1412"/>
                    <a:pt x="1869" y="1584"/>
                    <a:pt x="1610" y="1584"/>
                  </a:cubicBezTo>
                  <a:cubicBezTo>
                    <a:pt x="1351" y="1584"/>
                    <a:pt x="1092" y="1412"/>
                    <a:pt x="1079" y="1067"/>
                  </a:cubicBezTo>
                  <a:cubicBezTo>
                    <a:pt x="1079" y="761"/>
                    <a:pt x="1312" y="525"/>
                    <a:pt x="1617" y="525"/>
                  </a:cubicBezTo>
                  <a:close/>
                  <a:moveTo>
                    <a:pt x="1600" y="1"/>
                  </a:moveTo>
                  <a:cubicBezTo>
                    <a:pt x="793" y="1"/>
                    <a:pt x="279" y="919"/>
                    <a:pt x="704" y="1604"/>
                  </a:cubicBezTo>
                  <a:lnTo>
                    <a:pt x="97" y="2199"/>
                  </a:lnTo>
                  <a:cubicBezTo>
                    <a:pt x="0" y="2295"/>
                    <a:pt x="0" y="2461"/>
                    <a:pt x="97" y="2574"/>
                  </a:cubicBezTo>
                  <a:cubicBezTo>
                    <a:pt x="151" y="2622"/>
                    <a:pt x="220" y="2646"/>
                    <a:pt x="287" y="2646"/>
                  </a:cubicBezTo>
                  <a:cubicBezTo>
                    <a:pt x="355" y="2646"/>
                    <a:pt x="420" y="2622"/>
                    <a:pt x="468" y="2574"/>
                  </a:cubicBezTo>
                  <a:lnTo>
                    <a:pt x="1079" y="1979"/>
                  </a:lnTo>
                  <a:cubicBezTo>
                    <a:pt x="1242" y="2079"/>
                    <a:pt x="1420" y="2125"/>
                    <a:pt x="1595" y="2125"/>
                  </a:cubicBezTo>
                  <a:cubicBezTo>
                    <a:pt x="2148" y="2125"/>
                    <a:pt x="2679" y="1674"/>
                    <a:pt x="2669" y="1067"/>
                  </a:cubicBezTo>
                  <a:cubicBezTo>
                    <a:pt x="2669" y="469"/>
                    <a:pt x="2198" y="1"/>
                    <a:pt x="1617" y="1"/>
                  </a:cubicBezTo>
                  <a:cubicBezTo>
                    <a:pt x="1611" y="1"/>
                    <a:pt x="1605" y="1"/>
                    <a:pt x="16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46"/>
            <p:cNvSpPr/>
            <p:nvPr/>
          </p:nvSpPr>
          <p:spPr>
            <a:xfrm>
              <a:off x="4083225" y="3928100"/>
              <a:ext cx="119275" cy="126100"/>
            </a:xfrm>
            <a:custGeom>
              <a:rect b="b" l="l" r="r" t="t"/>
              <a:pathLst>
                <a:path extrusionOk="0" h="5044" w="4771">
                  <a:moveTo>
                    <a:pt x="2390" y="541"/>
                  </a:moveTo>
                  <a:cubicBezTo>
                    <a:pt x="3188" y="541"/>
                    <a:pt x="3984" y="672"/>
                    <a:pt x="4233" y="934"/>
                  </a:cubicBezTo>
                  <a:cubicBezTo>
                    <a:pt x="3977" y="1190"/>
                    <a:pt x="3178" y="1318"/>
                    <a:pt x="2380" y="1318"/>
                  </a:cubicBezTo>
                  <a:cubicBezTo>
                    <a:pt x="1583" y="1318"/>
                    <a:pt x="787" y="1190"/>
                    <a:pt x="538" y="934"/>
                  </a:cubicBezTo>
                  <a:cubicBezTo>
                    <a:pt x="793" y="672"/>
                    <a:pt x="1593" y="541"/>
                    <a:pt x="2390" y="541"/>
                  </a:cubicBezTo>
                  <a:close/>
                  <a:moveTo>
                    <a:pt x="4233" y="1545"/>
                  </a:moveTo>
                  <a:lnTo>
                    <a:pt x="4233" y="1986"/>
                  </a:lnTo>
                  <a:cubicBezTo>
                    <a:pt x="3997" y="2249"/>
                    <a:pt x="3188" y="2380"/>
                    <a:pt x="2379" y="2380"/>
                  </a:cubicBezTo>
                  <a:cubicBezTo>
                    <a:pt x="1569" y="2380"/>
                    <a:pt x="760" y="2249"/>
                    <a:pt x="525" y="1986"/>
                  </a:cubicBezTo>
                  <a:lnTo>
                    <a:pt x="525" y="1545"/>
                  </a:lnTo>
                  <a:cubicBezTo>
                    <a:pt x="1057" y="1759"/>
                    <a:pt x="1721" y="1866"/>
                    <a:pt x="2384" y="1866"/>
                  </a:cubicBezTo>
                  <a:cubicBezTo>
                    <a:pt x="3046" y="1866"/>
                    <a:pt x="3706" y="1759"/>
                    <a:pt x="4233" y="1545"/>
                  </a:cubicBezTo>
                  <a:close/>
                  <a:moveTo>
                    <a:pt x="4233" y="2607"/>
                  </a:moveTo>
                  <a:lnTo>
                    <a:pt x="4233" y="3039"/>
                  </a:lnTo>
                  <a:cubicBezTo>
                    <a:pt x="3997" y="3308"/>
                    <a:pt x="3188" y="3442"/>
                    <a:pt x="2379" y="3442"/>
                  </a:cubicBezTo>
                  <a:cubicBezTo>
                    <a:pt x="1569" y="3442"/>
                    <a:pt x="760" y="3308"/>
                    <a:pt x="525" y="3039"/>
                  </a:cubicBezTo>
                  <a:lnTo>
                    <a:pt x="525" y="2607"/>
                  </a:lnTo>
                  <a:cubicBezTo>
                    <a:pt x="1057" y="2815"/>
                    <a:pt x="1721" y="2918"/>
                    <a:pt x="2384" y="2918"/>
                  </a:cubicBezTo>
                  <a:cubicBezTo>
                    <a:pt x="3046" y="2918"/>
                    <a:pt x="3706" y="2815"/>
                    <a:pt x="4233" y="2607"/>
                  </a:cubicBezTo>
                  <a:close/>
                  <a:moveTo>
                    <a:pt x="4233" y="3673"/>
                  </a:moveTo>
                  <a:lnTo>
                    <a:pt x="4233" y="4101"/>
                  </a:lnTo>
                  <a:cubicBezTo>
                    <a:pt x="4163" y="4214"/>
                    <a:pt x="3539" y="4503"/>
                    <a:pt x="2377" y="4503"/>
                  </a:cubicBezTo>
                  <a:cubicBezTo>
                    <a:pt x="1215" y="4503"/>
                    <a:pt x="594" y="4214"/>
                    <a:pt x="525" y="4101"/>
                  </a:cubicBezTo>
                  <a:lnTo>
                    <a:pt x="525" y="3673"/>
                  </a:lnTo>
                  <a:cubicBezTo>
                    <a:pt x="1057" y="3880"/>
                    <a:pt x="1721" y="3984"/>
                    <a:pt x="2384" y="3984"/>
                  </a:cubicBezTo>
                  <a:cubicBezTo>
                    <a:pt x="3046" y="3984"/>
                    <a:pt x="3706" y="3880"/>
                    <a:pt x="4233" y="3673"/>
                  </a:cubicBezTo>
                  <a:close/>
                  <a:moveTo>
                    <a:pt x="2380" y="1"/>
                  </a:moveTo>
                  <a:cubicBezTo>
                    <a:pt x="1189" y="1"/>
                    <a:pt x="0" y="312"/>
                    <a:pt x="0" y="934"/>
                  </a:cubicBezTo>
                  <a:lnTo>
                    <a:pt x="0" y="4101"/>
                  </a:lnTo>
                  <a:cubicBezTo>
                    <a:pt x="0" y="4835"/>
                    <a:pt x="1494" y="5044"/>
                    <a:pt x="2377" y="5044"/>
                  </a:cubicBezTo>
                  <a:cubicBezTo>
                    <a:pt x="3263" y="5044"/>
                    <a:pt x="4770" y="4835"/>
                    <a:pt x="4770" y="4101"/>
                  </a:cubicBezTo>
                  <a:lnTo>
                    <a:pt x="4770" y="934"/>
                  </a:lnTo>
                  <a:cubicBezTo>
                    <a:pt x="4764" y="312"/>
                    <a:pt x="3571" y="1"/>
                    <a:pt x="2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46"/>
            <p:cNvSpPr/>
            <p:nvPr/>
          </p:nvSpPr>
          <p:spPr>
            <a:xfrm>
              <a:off x="4216325" y="4024400"/>
              <a:ext cx="67425" cy="13200"/>
            </a:xfrm>
            <a:custGeom>
              <a:rect b="b" l="l" r="r" t="t"/>
              <a:pathLst>
                <a:path extrusionOk="0" h="528" w="2697">
                  <a:moveTo>
                    <a:pt x="346" y="0"/>
                  </a:moveTo>
                  <a:cubicBezTo>
                    <a:pt x="1" y="17"/>
                    <a:pt x="1" y="528"/>
                    <a:pt x="346" y="528"/>
                  </a:cubicBezTo>
                  <a:lnTo>
                    <a:pt x="2407" y="528"/>
                  </a:lnTo>
                  <a:cubicBezTo>
                    <a:pt x="2530" y="528"/>
                    <a:pt x="2656" y="445"/>
                    <a:pt x="2670" y="305"/>
                  </a:cubicBezTo>
                  <a:cubicBezTo>
                    <a:pt x="2696" y="140"/>
                    <a:pt x="2573" y="0"/>
                    <a:pt x="2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46"/>
            <p:cNvSpPr/>
            <p:nvPr/>
          </p:nvSpPr>
          <p:spPr>
            <a:xfrm>
              <a:off x="4216325" y="3998175"/>
              <a:ext cx="67425" cy="13125"/>
            </a:xfrm>
            <a:custGeom>
              <a:rect b="b" l="l" r="r" t="t"/>
              <a:pathLst>
                <a:path extrusionOk="0" h="525" w="2697">
                  <a:moveTo>
                    <a:pt x="346" y="0"/>
                  </a:moveTo>
                  <a:cubicBezTo>
                    <a:pt x="1" y="0"/>
                    <a:pt x="1" y="511"/>
                    <a:pt x="346" y="525"/>
                  </a:cubicBezTo>
                  <a:lnTo>
                    <a:pt x="2407" y="525"/>
                  </a:lnTo>
                  <a:cubicBezTo>
                    <a:pt x="2530" y="525"/>
                    <a:pt x="2656" y="428"/>
                    <a:pt x="2670" y="302"/>
                  </a:cubicBezTo>
                  <a:cubicBezTo>
                    <a:pt x="2696" y="136"/>
                    <a:pt x="2573" y="0"/>
                    <a:pt x="2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46"/>
            <p:cNvSpPr/>
            <p:nvPr/>
          </p:nvSpPr>
          <p:spPr>
            <a:xfrm>
              <a:off x="4216325" y="3971525"/>
              <a:ext cx="67425" cy="13125"/>
            </a:xfrm>
            <a:custGeom>
              <a:rect b="b" l="l" r="r" t="t"/>
              <a:pathLst>
                <a:path extrusionOk="0" h="525" w="2697">
                  <a:moveTo>
                    <a:pt x="346" y="1"/>
                  </a:moveTo>
                  <a:cubicBezTo>
                    <a:pt x="1" y="14"/>
                    <a:pt x="1" y="512"/>
                    <a:pt x="346" y="525"/>
                  </a:cubicBezTo>
                  <a:lnTo>
                    <a:pt x="2407" y="525"/>
                  </a:lnTo>
                  <a:cubicBezTo>
                    <a:pt x="2530" y="525"/>
                    <a:pt x="2656" y="429"/>
                    <a:pt x="2670" y="306"/>
                  </a:cubicBezTo>
                  <a:cubicBezTo>
                    <a:pt x="2696" y="140"/>
                    <a:pt x="2573" y="1"/>
                    <a:pt x="2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46"/>
            <p:cNvSpPr/>
            <p:nvPr/>
          </p:nvSpPr>
          <p:spPr>
            <a:xfrm>
              <a:off x="4216325" y="3944875"/>
              <a:ext cx="67425" cy="13575"/>
            </a:xfrm>
            <a:custGeom>
              <a:rect b="b" l="l" r="r" t="t"/>
              <a:pathLst>
                <a:path extrusionOk="0" h="543" w="2697">
                  <a:moveTo>
                    <a:pt x="346" y="1"/>
                  </a:moveTo>
                  <a:cubicBezTo>
                    <a:pt x="1" y="14"/>
                    <a:pt x="1" y="525"/>
                    <a:pt x="346" y="542"/>
                  </a:cubicBezTo>
                  <a:lnTo>
                    <a:pt x="2407" y="542"/>
                  </a:lnTo>
                  <a:cubicBezTo>
                    <a:pt x="2530" y="542"/>
                    <a:pt x="2656" y="442"/>
                    <a:pt x="2670" y="306"/>
                  </a:cubicBezTo>
                  <a:cubicBezTo>
                    <a:pt x="2696" y="154"/>
                    <a:pt x="2573" y="1"/>
                    <a:pt x="2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8" name="Google Shape;1038;p46"/>
          <p:cNvGrpSpPr/>
          <p:nvPr/>
        </p:nvGrpSpPr>
        <p:grpSpPr>
          <a:xfrm>
            <a:off x="3543997" y="2873963"/>
            <a:ext cx="272800" cy="339300"/>
            <a:chOff x="4108450" y="3256400"/>
            <a:chExt cx="272800" cy="339300"/>
          </a:xfrm>
        </p:grpSpPr>
        <p:sp>
          <p:nvSpPr>
            <p:cNvPr id="1039" name="Google Shape;1039;p46"/>
            <p:cNvSpPr/>
            <p:nvPr/>
          </p:nvSpPr>
          <p:spPr>
            <a:xfrm>
              <a:off x="4108450" y="3256400"/>
              <a:ext cx="272800" cy="339300"/>
            </a:xfrm>
            <a:custGeom>
              <a:rect b="b" l="l" r="r" t="t"/>
              <a:pathLst>
                <a:path extrusionOk="0" h="13572" w="10912">
                  <a:moveTo>
                    <a:pt x="8714" y="817"/>
                  </a:moveTo>
                  <a:lnTo>
                    <a:pt x="10069" y="2172"/>
                  </a:lnTo>
                  <a:lnTo>
                    <a:pt x="8714" y="2172"/>
                  </a:lnTo>
                  <a:lnTo>
                    <a:pt x="8714" y="817"/>
                  </a:lnTo>
                  <a:close/>
                  <a:moveTo>
                    <a:pt x="8190" y="1564"/>
                  </a:moveTo>
                  <a:lnTo>
                    <a:pt x="8190" y="2451"/>
                  </a:lnTo>
                  <a:cubicBezTo>
                    <a:pt x="8190" y="2587"/>
                    <a:pt x="8299" y="2713"/>
                    <a:pt x="8452" y="2713"/>
                  </a:cubicBezTo>
                  <a:lnTo>
                    <a:pt x="9322" y="2713"/>
                  </a:lnTo>
                  <a:lnTo>
                    <a:pt x="9322" y="10570"/>
                  </a:lnTo>
                  <a:lnTo>
                    <a:pt x="2961" y="10570"/>
                  </a:lnTo>
                  <a:lnTo>
                    <a:pt x="2961" y="1564"/>
                  </a:lnTo>
                  <a:close/>
                  <a:moveTo>
                    <a:pt x="8190" y="542"/>
                  </a:moveTo>
                  <a:lnTo>
                    <a:pt x="8190" y="1066"/>
                  </a:lnTo>
                  <a:lnTo>
                    <a:pt x="2696" y="1066"/>
                  </a:lnTo>
                  <a:cubicBezTo>
                    <a:pt x="2560" y="1066"/>
                    <a:pt x="2433" y="1192"/>
                    <a:pt x="2433" y="1329"/>
                  </a:cubicBezTo>
                  <a:lnTo>
                    <a:pt x="2433" y="10846"/>
                  </a:lnTo>
                  <a:cubicBezTo>
                    <a:pt x="2433" y="10985"/>
                    <a:pt x="2560" y="11108"/>
                    <a:pt x="2696" y="11108"/>
                  </a:cubicBezTo>
                  <a:lnTo>
                    <a:pt x="9584" y="11108"/>
                  </a:lnTo>
                  <a:cubicBezTo>
                    <a:pt x="9737" y="11108"/>
                    <a:pt x="9849" y="10985"/>
                    <a:pt x="9849" y="10846"/>
                  </a:cubicBezTo>
                  <a:lnTo>
                    <a:pt x="9849" y="2713"/>
                  </a:lnTo>
                  <a:lnTo>
                    <a:pt x="10387" y="2713"/>
                  </a:lnTo>
                  <a:lnTo>
                    <a:pt x="10387" y="11633"/>
                  </a:lnTo>
                  <a:lnTo>
                    <a:pt x="1909" y="11633"/>
                  </a:lnTo>
                  <a:lnTo>
                    <a:pt x="1909" y="542"/>
                  </a:lnTo>
                  <a:close/>
                  <a:moveTo>
                    <a:pt x="1368" y="1909"/>
                  </a:moveTo>
                  <a:lnTo>
                    <a:pt x="1368" y="11925"/>
                  </a:lnTo>
                  <a:cubicBezTo>
                    <a:pt x="1368" y="12077"/>
                    <a:pt x="1494" y="12187"/>
                    <a:pt x="1647" y="12187"/>
                  </a:cubicBezTo>
                  <a:lnTo>
                    <a:pt x="9003" y="12187"/>
                  </a:lnTo>
                  <a:lnTo>
                    <a:pt x="9003" y="13043"/>
                  </a:lnTo>
                  <a:lnTo>
                    <a:pt x="525" y="13043"/>
                  </a:lnTo>
                  <a:lnTo>
                    <a:pt x="525" y="1909"/>
                  </a:lnTo>
                  <a:close/>
                  <a:moveTo>
                    <a:pt x="1647" y="1"/>
                  </a:moveTo>
                  <a:cubicBezTo>
                    <a:pt x="1494" y="1"/>
                    <a:pt x="1368" y="127"/>
                    <a:pt x="1368" y="280"/>
                  </a:cubicBezTo>
                  <a:lnTo>
                    <a:pt x="1368" y="1385"/>
                  </a:lnTo>
                  <a:lnTo>
                    <a:pt x="262" y="1385"/>
                  </a:lnTo>
                  <a:cubicBezTo>
                    <a:pt x="110" y="1385"/>
                    <a:pt x="0" y="1508"/>
                    <a:pt x="0" y="1647"/>
                  </a:cubicBezTo>
                  <a:lnTo>
                    <a:pt x="0" y="13309"/>
                  </a:lnTo>
                  <a:cubicBezTo>
                    <a:pt x="0" y="13445"/>
                    <a:pt x="110" y="13571"/>
                    <a:pt x="262" y="13571"/>
                  </a:cubicBezTo>
                  <a:lnTo>
                    <a:pt x="9269" y="13571"/>
                  </a:lnTo>
                  <a:cubicBezTo>
                    <a:pt x="9418" y="13571"/>
                    <a:pt x="9531" y="13445"/>
                    <a:pt x="9531" y="13309"/>
                  </a:cubicBezTo>
                  <a:lnTo>
                    <a:pt x="9531" y="12187"/>
                  </a:lnTo>
                  <a:lnTo>
                    <a:pt x="10829" y="12187"/>
                  </a:lnTo>
                  <a:cubicBezTo>
                    <a:pt x="10872" y="12187"/>
                    <a:pt x="10912" y="12160"/>
                    <a:pt x="10912" y="12117"/>
                  </a:cubicBezTo>
                  <a:lnTo>
                    <a:pt x="10912" y="2228"/>
                  </a:lnTo>
                  <a:cubicBezTo>
                    <a:pt x="10912" y="2215"/>
                    <a:pt x="10898" y="2202"/>
                    <a:pt x="10885" y="2202"/>
                  </a:cubicBezTo>
                  <a:lnTo>
                    <a:pt x="10829" y="2202"/>
                  </a:lnTo>
                  <a:lnTo>
                    <a:pt x="8714" y="84"/>
                  </a:lnTo>
                  <a:cubicBezTo>
                    <a:pt x="8658" y="31"/>
                    <a:pt x="8605" y="1"/>
                    <a:pt x="8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46"/>
            <p:cNvSpPr/>
            <p:nvPr/>
          </p:nvSpPr>
          <p:spPr>
            <a:xfrm>
              <a:off x="4268525" y="3324075"/>
              <a:ext cx="59525" cy="59650"/>
            </a:xfrm>
            <a:custGeom>
              <a:rect b="b" l="l" r="r" t="t"/>
              <a:pathLst>
                <a:path extrusionOk="0" h="2386" w="2381">
                  <a:moveTo>
                    <a:pt x="542" y="560"/>
                  </a:moveTo>
                  <a:cubicBezTo>
                    <a:pt x="1189" y="670"/>
                    <a:pt x="1717" y="1194"/>
                    <a:pt x="1826" y="1858"/>
                  </a:cubicBezTo>
                  <a:lnTo>
                    <a:pt x="542" y="1858"/>
                  </a:lnTo>
                  <a:lnTo>
                    <a:pt x="542" y="560"/>
                  </a:lnTo>
                  <a:close/>
                  <a:moveTo>
                    <a:pt x="213" y="1"/>
                  </a:moveTo>
                  <a:cubicBezTo>
                    <a:pt x="97" y="1"/>
                    <a:pt x="1" y="81"/>
                    <a:pt x="1" y="212"/>
                  </a:cubicBezTo>
                  <a:lnTo>
                    <a:pt x="1" y="2120"/>
                  </a:lnTo>
                  <a:cubicBezTo>
                    <a:pt x="1" y="2260"/>
                    <a:pt x="127" y="2386"/>
                    <a:pt x="263" y="2386"/>
                  </a:cubicBezTo>
                  <a:lnTo>
                    <a:pt x="2119" y="2386"/>
                  </a:lnTo>
                  <a:cubicBezTo>
                    <a:pt x="2268" y="2386"/>
                    <a:pt x="2381" y="2260"/>
                    <a:pt x="2381" y="2120"/>
                  </a:cubicBezTo>
                  <a:cubicBezTo>
                    <a:pt x="2381" y="959"/>
                    <a:pt x="1438" y="6"/>
                    <a:pt x="263" y="6"/>
                  </a:cubicBezTo>
                  <a:cubicBezTo>
                    <a:pt x="246" y="3"/>
                    <a:pt x="229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46"/>
            <p:cNvSpPr/>
            <p:nvPr/>
          </p:nvSpPr>
          <p:spPr>
            <a:xfrm>
              <a:off x="4178650" y="3350850"/>
              <a:ext cx="123100" cy="105500"/>
            </a:xfrm>
            <a:custGeom>
              <a:rect b="b" l="l" r="r" t="t"/>
              <a:pathLst>
                <a:path extrusionOk="0" h="4220" w="4924">
                  <a:moveTo>
                    <a:pt x="2543" y="551"/>
                  </a:moveTo>
                  <a:lnTo>
                    <a:pt x="2543" y="1962"/>
                  </a:lnTo>
                  <a:lnTo>
                    <a:pt x="1328" y="2669"/>
                  </a:lnTo>
                  <a:cubicBezTo>
                    <a:pt x="967" y="1756"/>
                    <a:pt x="1591" y="704"/>
                    <a:pt x="2543" y="551"/>
                  </a:cubicBezTo>
                  <a:close/>
                  <a:moveTo>
                    <a:pt x="4356" y="2377"/>
                  </a:moveTo>
                  <a:cubicBezTo>
                    <a:pt x="4286" y="2752"/>
                    <a:pt x="4094" y="3084"/>
                    <a:pt x="3805" y="3333"/>
                  </a:cubicBezTo>
                  <a:lnTo>
                    <a:pt x="3250" y="2377"/>
                  </a:lnTo>
                  <a:close/>
                  <a:moveTo>
                    <a:pt x="2696" y="2477"/>
                  </a:moveTo>
                  <a:lnTo>
                    <a:pt x="3347" y="3609"/>
                  </a:lnTo>
                  <a:cubicBezTo>
                    <a:pt x="3182" y="3673"/>
                    <a:pt x="3004" y="3703"/>
                    <a:pt x="2825" y="3703"/>
                  </a:cubicBezTo>
                  <a:cubicBezTo>
                    <a:pt x="2346" y="3703"/>
                    <a:pt x="1858" y="3487"/>
                    <a:pt x="1577" y="3124"/>
                  </a:cubicBezTo>
                  <a:lnTo>
                    <a:pt x="2696" y="2477"/>
                  </a:lnTo>
                  <a:close/>
                  <a:moveTo>
                    <a:pt x="2809" y="0"/>
                  </a:moveTo>
                  <a:cubicBezTo>
                    <a:pt x="1" y="97"/>
                    <a:pt x="14" y="4120"/>
                    <a:pt x="2809" y="4220"/>
                  </a:cubicBezTo>
                  <a:cubicBezTo>
                    <a:pt x="3971" y="4220"/>
                    <a:pt x="4924" y="3277"/>
                    <a:pt x="4924" y="2115"/>
                  </a:cubicBezTo>
                  <a:cubicBezTo>
                    <a:pt x="4924" y="1962"/>
                    <a:pt x="4801" y="1839"/>
                    <a:pt x="4648" y="1839"/>
                  </a:cubicBezTo>
                  <a:lnTo>
                    <a:pt x="3071" y="1839"/>
                  </a:lnTo>
                  <a:lnTo>
                    <a:pt x="3071" y="263"/>
                  </a:lnTo>
                  <a:cubicBezTo>
                    <a:pt x="3071" y="110"/>
                    <a:pt x="2945" y="0"/>
                    <a:pt x="28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46"/>
            <p:cNvSpPr/>
            <p:nvPr/>
          </p:nvSpPr>
          <p:spPr>
            <a:xfrm>
              <a:off x="4195250" y="3310675"/>
              <a:ext cx="61925" cy="13550"/>
            </a:xfrm>
            <a:custGeom>
              <a:rect b="b" l="l" r="r" t="t"/>
              <a:pathLst>
                <a:path extrusionOk="0" h="542" w="2477">
                  <a:moveTo>
                    <a:pt x="276" y="1"/>
                  </a:moveTo>
                  <a:cubicBezTo>
                    <a:pt x="123" y="1"/>
                    <a:pt x="1" y="153"/>
                    <a:pt x="27" y="306"/>
                  </a:cubicBezTo>
                  <a:cubicBezTo>
                    <a:pt x="40" y="446"/>
                    <a:pt x="153" y="542"/>
                    <a:pt x="289" y="542"/>
                  </a:cubicBezTo>
                  <a:lnTo>
                    <a:pt x="2128" y="542"/>
                  </a:lnTo>
                  <a:cubicBezTo>
                    <a:pt x="2477" y="529"/>
                    <a:pt x="2477" y="17"/>
                    <a:pt x="2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46"/>
            <p:cNvSpPr/>
            <p:nvPr/>
          </p:nvSpPr>
          <p:spPr>
            <a:xfrm>
              <a:off x="4193500" y="3495000"/>
              <a:ext cx="62275" cy="13225"/>
            </a:xfrm>
            <a:custGeom>
              <a:rect b="b" l="l" r="r" t="t"/>
              <a:pathLst>
                <a:path extrusionOk="0" h="529" w="2491">
                  <a:moveTo>
                    <a:pt x="346" y="1"/>
                  </a:moveTo>
                  <a:cubicBezTo>
                    <a:pt x="1" y="14"/>
                    <a:pt x="1" y="512"/>
                    <a:pt x="346" y="528"/>
                  </a:cubicBezTo>
                  <a:lnTo>
                    <a:pt x="2198" y="528"/>
                  </a:lnTo>
                  <a:cubicBezTo>
                    <a:pt x="2364" y="528"/>
                    <a:pt x="2491" y="389"/>
                    <a:pt x="2464" y="223"/>
                  </a:cubicBezTo>
                  <a:cubicBezTo>
                    <a:pt x="2447" y="97"/>
                    <a:pt x="2325" y="1"/>
                    <a:pt x="2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46"/>
            <p:cNvSpPr/>
            <p:nvPr/>
          </p:nvSpPr>
          <p:spPr>
            <a:xfrm>
              <a:off x="4193500" y="3468350"/>
              <a:ext cx="62275" cy="13225"/>
            </a:xfrm>
            <a:custGeom>
              <a:rect b="b" l="l" r="r" t="t"/>
              <a:pathLst>
                <a:path extrusionOk="0" h="529" w="2491">
                  <a:moveTo>
                    <a:pt x="346" y="1"/>
                  </a:moveTo>
                  <a:cubicBezTo>
                    <a:pt x="1" y="18"/>
                    <a:pt x="1" y="529"/>
                    <a:pt x="346" y="529"/>
                  </a:cubicBezTo>
                  <a:lnTo>
                    <a:pt x="2198" y="529"/>
                  </a:lnTo>
                  <a:cubicBezTo>
                    <a:pt x="2364" y="529"/>
                    <a:pt x="2491" y="389"/>
                    <a:pt x="2464" y="223"/>
                  </a:cubicBezTo>
                  <a:cubicBezTo>
                    <a:pt x="2447" y="101"/>
                    <a:pt x="2325" y="1"/>
                    <a:pt x="2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46"/>
            <p:cNvSpPr/>
            <p:nvPr/>
          </p:nvSpPr>
          <p:spPr>
            <a:xfrm>
              <a:off x="4266450" y="3495000"/>
              <a:ext cx="62275" cy="13225"/>
            </a:xfrm>
            <a:custGeom>
              <a:rect b="b" l="l" r="r" t="t"/>
              <a:pathLst>
                <a:path extrusionOk="0" h="529" w="2491">
                  <a:moveTo>
                    <a:pt x="359" y="1"/>
                  </a:moveTo>
                  <a:cubicBezTo>
                    <a:pt x="1" y="14"/>
                    <a:pt x="1" y="512"/>
                    <a:pt x="359" y="528"/>
                  </a:cubicBezTo>
                  <a:lnTo>
                    <a:pt x="2202" y="528"/>
                  </a:lnTo>
                  <a:cubicBezTo>
                    <a:pt x="2368" y="528"/>
                    <a:pt x="2490" y="389"/>
                    <a:pt x="2464" y="223"/>
                  </a:cubicBezTo>
                  <a:cubicBezTo>
                    <a:pt x="2451" y="97"/>
                    <a:pt x="2324" y="1"/>
                    <a:pt x="2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46"/>
            <p:cNvSpPr/>
            <p:nvPr/>
          </p:nvSpPr>
          <p:spPr>
            <a:xfrm>
              <a:off x="4266450" y="3468350"/>
              <a:ext cx="62275" cy="13225"/>
            </a:xfrm>
            <a:custGeom>
              <a:rect b="b" l="l" r="r" t="t"/>
              <a:pathLst>
                <a:path extrusionOk="0" h="529" w="2491">
                  <a:moveTo>
                    <a:pt x="359" y="1"/>
                  </a:moveTo>
                  <a:cubicBezTo>
                    <a:pt x="1" y="18"/>
                    <a:pt x="1" y="529"/>
                    <a:pt x="359" y="529"/>
                  </a:cubicBezTo>
                  <a:lnTo>
                    <a:pt x="2202" y="529"/>
                  </a:lnTo>
                  <a:cubicBezTo>
                    <a:pt x="2368" y="529"/>
                    <a:pt x="2490" y="389"/>
                    <a:pt x="2464" y="223"/>
                  </a:cubicBezTo>
                  <a:cubicBezTo>
                    <a:pt x="2451" y="101"/>
                    <a:pt x="2324" y="1"/>
                    <a:pt x="2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7" name="Google Shape;1047;p46"/>
          <p:cNvGrpSpPr/>
          <p:nvPr/>
        </p:nvGrpSpPr>
        <p:grpSpPr>
          <a:xfrm>
            <a:off x="838497" y="2873963"/>
            <a:ext cx="339275" cy="339300"/>
            <a:chOff x="3277475" y="3256400"/>
            <a:chExt cx="339275" cy="339300"/>
          </a:xfrm>
        </p:grpSpPr>
        <p:sp>
          <p:nvSpPr>
            <p:cNvPr id="1048" name="Google Shape;1048;p46"/>
            <p:cNvSpPr/>
            <p:nvPr/>
          </p:nvSpPr>
          <p:spPr>
            <a:xfrm>
              <a:off x="3277475" y="3256400"/>
              <a:ext cx="339275" cy="339300"/>
            </a:xfrm>
            <a:custGeom>
              <a:rect b="b" l="l" r="r" t="t"/>
              <a:pathLst>
                <a:path extrusionOk="0" h="13572" w="13571">
                  <a:moveTo>
                    <a:pt x="2546" y="2451"/>
                  </a:moveTo>
                  <a:lnTo>
                    <a:pt x="2546" y="2975"/>
                  </a:lnTo>
                  <a:lnTo>
                    <a:pt x="1328" y="2975"/>
                  </a:lnTo>
                  <a:cubicBezTo>
                    <a:pt x="1179" y="2975"/>
                    <a:pt x="1066" y="3085"/>
                    <a:pt x="1066" y="3237"/>
                  </a:cubicBezTo>
                  <a:lnTo>
                    <a:pt x="1066" y="9863"/>
                  </a:lnTo>
                  <a:lnTo>
                    <a:pt x="541" y="9863"/>
                  </a:lnTo>
                  <a:lnTo>
                    <a:pt x="541" y="2713"/>
                  </a:lnTo>
                  <a:cubicBezTo>
                    <a:pt x="541" y="2560"/>
                    <a:pt x="651" y="2451"/>
                    <a:pt x="804" y="2451"/>
                  </a:cubicBezTo>
                  <a:close/>
                  <a:moveTo>
                    <a:pt x="2546" y="3500"/>
                  </a:moveTo>
                  <a:lnTo>
                    <a:pt x="2546" y="9863"/>
                  </a:lnTo>
                  <a:lnTo>
                    <a:pt x="1594" y="9863"/>
                  </a:lnTo>
                  <a:lnTo>
                    <a:pt x="1594" y="3500"/>
                  </a:lnTo>
                  <a:close/>
                  <a:moveTo>
                    <a:pt x="10500" y="542"/>
                  </a:moveTo>
                  <a:lnTo>
                    <a:pt x="10500" y="9863"/>
                  </a:lnTo>
                  <a:lnTo>
                    <a:pt x="3071" y="9863"/>
                  </a:lnTo>
                  <a:lnTo>
                    <a:pt x="3071" y="542"/>
                  </a:lnTo>
                  <a:close/>
                  <a:moveTo>
                    <a:pt x="11981" y="3500"/>
                  </a:moveTo>
                  <a:lnTo>
                    <a:pt x="11981" y="9863"/>
                  </a:lnTo>
                  <a:lnTo>
                    <a:pt x="11025" y="9863"/>
                  </a:lnTo>
                  <a:lnTo>
                    <a:pt x="11025" y="3500"/>
                  </a:lnTo>
                  <a:close/>
                  <a:moveTo>
                    <a:pt x="12767" y="2451"/>
                  </a:moveTo>
                  <a:cubicBezTo>
                    <a:pt x="12920" y="2451"/>
                    <a:pt x="13030" y="2560"/>
                    <a:pt x="13030" y="2713"/>
                  </a:cubicBezTo>
                  <a:lnTo>
                    <a:pt x="13030" y="9863"/>
                  </a:lnTo>
                  <a:lnTo>
                    <a:pt x="12505" y="9863"/>
                  </a:lnTo>
                  <a:lnTo>
                    <a:pt x="12505" y="3237"/>
                  </a:lnTo>
                  <a:cubicBezTo>
                    <a:pt x="12505" y="3085"/>
                    <a:pt x="12396" y="2975"/>
                    <a:pt x="12243" y="2975"/>
                  </a:cubicBezTo>
                  <a:lnTo>
                    <a:pt x="11025" y="2975"/>
                  </a:lnTo>
                  <a:lnTo>
                    <a:pt x="11025" y="2451"/>
                  </a:lnTo>
                  <a:close/>
                  <a:moveTo>
                    <a:pt x="13030" y="10388"/>
                  </a:moveTo>
                  <a:lnTo>
                    <a:pt x="13030" y="10653"/>
                  </a:lnTo>
                  <a:cubicBezTo>
                    <a:pt x="13030" y="10803"/>
                    <a:pt x="12920" y="10915"/>
                    <a:pt x="12767" y="10915"/>
                  </a:cubicBezTo>
                  <a:lnTo>
                    <a:pt x="804" y="10915"/>
                  </a:lnTo>
                  <a:cubicBezTo>
                    <a:pt x="651" y="10915"/>
                    <a:pt x="541" y="10803"/>
                    <a:pt x="541" y="10653"/>
                  </a:cubicBezTo>
                  <a:lnTo>
                    <a:pt x="541" y="10388"/>
                  </a:lnTo>
                  <a:close/>
                  <a:moveTo>
                    <a:pt x="7595" y="11453"/>
                  </a:moveTo>
                  <a:lnTo>
                    <a:pt x="8024" y="13043"/>
                  </a:lnTo>
                  <a:lnTo>
                    <a:pt x="5534" y="13043"/>
                  </a:lnTo>
                  <a:lnTo>
                    <a:pt x="5962" y="11453"/>
                  </a:lnTo>
                  <a:close/>
                  <a:moveTo>
                    <a:pt x="2809" y="1"/>
                  </a:moveTo>
                  <a:cubicBezTo>
                    <a:pt x="2672" y="1"/>
                    <a:pt x="2546" y="127"/>
                    <a:pt x="2546" y="280"/>
                  </a:cubicBezTo>
                  <a:lnTo>
                    <a:pt x="2546" y="1909"/>
                  </a:lnTo>
                  <a:lnTo>
                    <a:pt x="804" y="1909"/>
                  </a:lnTo>
                  <a:cubicBezTo>
                    <a:pt x="362" y="1909"/>
                    <a:pt x="0" y="2271"/>
                    <a:pt x="0" y="2713"/>
                  </a:cubicBezTo>
                  <a:lnTo>
                    <a:pt x="0" y="10653"/>
                  </a:lnTo>
                  <a:cubicBezTo>
                    <a:pt x="0" y="11095"/>
                    <a:pt x="362" y="11453"/>
                    <a:pt x="804" y="11453"/>
                  </a:cubicBezTo>
                  <a:lnTo>
                    <a:pt x="5424" y="11453"/>
                  </a:lnTo>
                  <a:lnTo>
                    <a:pt x="4996" y="13043"/>
                  </a:lnTo>
                  <a:lnTo>
                    <a:pt x="4664" y="13043"/>
                  </a:lnTo>
                  <a:cubicBezTo>
                    <a:pt x="4302" y="13043"/>
                    <a:pt x="4302" y="13558"/>
                    <a:pt x="4664" y="13571"/>
                  </a:cubicBezTo>
                  <a:lnTo>
                    <a:pt x="8897" y="13571"/>
                  </a:lnTo>
                  <a:cubicBezTo>
                    <a:pt x="9242" y="13558"/>
                    <a:pt x="9255" y="13060"/>
                    <a:pt x="8897" y="13043"/>
                  </a:cubicBezTo>
                  <a:lnTo>
                    <a:pt x="8578" y="13043"/>
                  </a:lnTo>
                  <a:lnTo>
                    <a:pt x="8150" y="11453"/>
                  </a:lnTo>
                  <a:lnTo>
                    <a:pt x="12767" y="11453"/>
                  </a:lnTo>
                  <a:cubicBezTo>
                    <a:pt x="13212" y="11453"/>
                    <a:pt x="13571" y="11095"/>
                    <a:pt x="13571" y="10653"/>
                  </a:cubicBezTo>
                  <a:lnTo>
                    <a:pt x="13571" y="2713"/>
                  </a:lnTo>
                  <a:cubicBezTo>
                    <a:pt x="13571" y="2271"/>
                    <a:pt x="13212" y="1909"/>
                    <a:pt x="12767" y="1909"/>
                  </a:cubicBezTo>
                  <a:lnTo>
                    <a:pt x="11025" y="1909"/>
                  </a:lnTo>
                  <a:lnTo>
                    <a:pt x="11025" y="280"/>
                  </a:lnTo>
                  <a:cubicBezTo>
                    <a:pt x="11025" y="127"/>
                    <a:pt x="10902" y="1"/>
                    <a:pt x="10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46"/>
            <p:cNvSpPr/>
            <p:nvPr/>
          </p:nvSpPr>
          <p:spPr>
            <a:xfrm>
              <a:off x="3374325" y="3341150"/>
              <a:ext cx="145575" cy="145900"/>
            </a:xfrm>
            <a:custGeom>
              <a:rect b="b" l="l" r="r" t="t"/>
              <a:pathLst>
                <a:path extrusionOk="0" h="5836" w="5823">
                  <a:moveTo>
                    <a:pt x="3306" y="541"/>
                  </a:moveTo>
                  <a:lnTo>
                    <a:pt x="3306" y="1328"/>
                  </a:lnTo>
                  <a:lnTo>
                    <a:pt x="2516" y="1328"/>
                  </a:lnTo>
                  <a:lnTo>
                    <a:pt x="2516" y="541"/>
                  </a:lnTo>
                  <a:close/>
                  <a:moveTo>
                    <a:pt x="1328" y="2516"/>
                  </a:moveTo>
                  <a:lnTo>
                    <a:pt x="1328" y="3320"/>
                  </a:lnTo>
                  <a:lnTo>
                    <a:pt x="525" y="3320"/>
                  </a:lnTo>
                  <a:lnTo>
                    <a:pt x="525" y="2516"/>
                  </a:lnTo>
                  <a:close/>
                  <a:moveTo>
                    <a:pt x="5298" y="2516"/>
                  </a:moveTo>
                  <a:lnTo>
                    <a:pt x="5298" y="3320"/>
                  </a:lnTo>
                  <a:lnTo>
                    <a:pt x="4495" y="3320"/>
                  </a:lnTo>
                  <a:lnTo>
                    <a:pt x="4495" y="2516"/>
                  </a:lnTo>
                  <a:close/>
                  <a:moveTo>
                    <a:pt x="3306" y="4508"/>
                  </a:moveTo>
                  <a:lnTo>
                    <a:pt x="3306" y="5298"/>
                  </a:lnTo>
                  <a:lnTo>
                    <a:pt x="2516" y="5298"/>
                  </a:lnTo>
                  <a:lnTo>
                    <a:pt x="2516" y="4508"/>
                  </a:lnTo>
                  <a:close/>
                  <a:moveTo>
                    <a:pt x="2254" y="0"/>
                  </a:moveTo>
                  <a:cubicBezTo>
                    <a:pt x="2101" y="0"/>
                    <a:pt x="1979" y="126"/>
                    <a:pt x="1979" y="276"/>
                  </a:cubicBezTo>
                  <a:lnTo>
                    <a:pt x="1979" y="1590"/>
                  </a:lnTo>
                  <a:cubicBezTo>
                    <a:pt x="1979" y="1743"/>
                    <a:pt x="2101" y="1869"/>
                    <a:pt x="2254" y="1869"/>
                  </a:cubicBezTo>
                  <a:lnTo>
                    <a:pt x="2643" y="1869"/>
                  </a:lnTo>
                  <a:lnTo>
                    <a:pt x="2643" y="2656"/>
                  </a:lnTo>
                  <a:lnTo>
                    <a:pt x="1853" y="2656"/>
                  </a:lnTo>
                  <a:lnTo>
                    <a:pt x="1853" y="2254"/>
                  </a:lnTo>
                  <a:cubicBezTo>
                    <a:pt x="1853" y="2118"/>
                    <a:pt x="1730" y="1992"/>
                    <a:pt x="1590" y="1992"/>
                  </a:cubicBezTo>
                  <a:lnTo>
                    <a:pt x="262" y="1992"/>
                  </a:lnTo>
                  <a:cubicBezTo>
                    <a:pt x="110" y="1992"/>
                    <a:pt x="0" y="2118"/>
                    <a:pt x="0" y="2254"/>
                  </a:cubicBezTo>
                  <a:lnTo>
                    <a:pt x="0" y="3582"/>
                  </a:lnTo>
                  <a:cubicBezTo>
                    <a:pt x="0" y="3735"/>
                    <a:pt x="110" y="3844"/>
                    <a:pt x="262" y="3844"/>
                  </a:cubicBezTo>
                  <a:lnTo>
                    <a:pt x="1590" y="3844"/>
                  </a:lnTo>
                  <a:cubicBezTo>
                    <a:pt x="1730" y="3844"/>
                    <a:pt x="1853" y="3735"/>
                    <a:pt x="1853" y="3582"/>
                  </a:cubicBezTo>
                  <a:lnTo>
                    <a:pt x="1853" y="3180"/>
                  </a:lnTo>
                  <a:lnTo>
                    <a:pt x="2643" y="3180"/>
                  </a:lnTo>
                  <a:lnTo>
                    <a:pt x="2643" y="3983"/>
                  </a:lnTo>
                  <a:lnTo>
                    <a:pt x="2254" y="3983"/>
                  </a:lnTo>
                  <a:cubicBezTo>
                    <a:pt x="2101" y="3983"/>
                    <a:pt x="1979" y="4093"/>
                    <a:pt x="1979" y="4246"/>
                  </a:cubicBezTo>
                  <a:lnTo>
                    <a:pt x="1979" y="5574"/>
                  </a:lnTo>
                  <a:cubicBezTo>
                    <a:pt x="1979" y="5713"/>
                    <a:pt x="2101" y="5836"/>
                    <a:pt x="2254" y="5836"/>
                  </a:cubicBezTo>
                  <a:lnTo>
                    <a:pt x="3569" y="5836"/>
                  </a:lnTo>
                  <a:cubicBezTo>
                    <a:pt x="3721" y="5836"/>
                    <a:pt x="3831" y="5713"/>
                    <a:pt x="3831" y="5574"/>
                  </a:cubicBezTo>
                  <a:lnTo>
                    <a:pt x="3831" y="4246"/>
                  </a:lnTo>
                  <a:cubicBezTo>
                    <a:pt x="3831" y="4093"/>
                    <a:pt x="3721" y="3983"/>
                    <a:pt x="3569" y="3983"/>
                  </a:cubicBezTo>
                  <a:lnTo>
                    <a:pt x="3180" y="3983"/>
                  </a:lnTo>
                  <a:lnTo>
                    <a:pt x="3180" y="3180"/>
                  </a:lnTo>
                  <a:lnTo>
                    <a:pt x="3970" y="3180"/>
                  </a:lnTo>
                  <a:lnTo>
                    <a:pt x="3970" y="3582"/>
                  </a:lnTo>
                  <a:cubicBezTo>
                    <a:pt x="3970" y="3735"/>
                    <a:pt x="4093" y="3844"/>
                    <a:pt x="4233" y="3844"/>
                  </a:cubicBezTo>
                  <a:lnTo>
                    <a:pt x="5560" y="3844"/>
                  </a:lnTo>
                  <a:cubicBezTo>
                    <a:pt x="5713" y="3844"/>
                    <a:pt x="5823" y="3735"/>
                    <a:pt x="5823" y="3582"/>
                  </a:cubicBezTo>
                  <a:lnTo>
                    <a:pt x="5823" y="2254"/>
                  </a:lnTo>
                  <a:cubicBezTo>
                    <a:pt x="5823" y="2118"/>
                    <a:pt x="5713" y="1992"/>
                    <a:pt x="5560" y="1992"/>
                  </a:cubicBezTo>
                  <a:lnTo>
                    <a:pt x="4233" y="1992"/>
                  </a:lnTo>
                  <a:cubicBezTo>
                    <a:pt x="4093" y="1992"/>
                    <a:pt x="3970" y="2118"/>
                    <a:pt x="3970" y="2254"/>
                  </a:cubicBezTo>
                  <a:lnTo>
                    <a:pt x="3970" y="2656"/>
                  </a:lnTo>
                  <a:lnTo>
                    <a:pt x="3180" y="2656"/>
                  </a:lnTo>
                  <a:lnTo>
                    <a:pt x="3180" y="1869"/>
                  </a:lnTo>
                  <a:lnTo>
                    <a:pt x="3569" y="1869"/>
                  </a:lnTo>
                  <a:cubicBezTo>
                    <a:pt x="3721" y="1869"/>
                    <a:pt x="3831" y="1743"/>
                    <a:pt x="3831" y="1590"/>
                  </a:cubicBezTo>
                  <a:lnTo>
                    <a:pt x="3831" y="276"/>
                  </a:lnTo>
                  <a:cubicBezTo>
                    <a:pt x="3831" y="126"/>
                    <a:pt x="3721" y="0"/>
                    <a:pt x="3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46"/>
            <p:cNvSpPr/>
            <p:nvPr/>
          </p:nvSpPr>
          <p:spPr>
            <a:xfrm>
              <a:off x="3371900" y="3313500"/>
              <a:ext cx="65025" cy="13150"/>
            </a:xfrm>
            <a:custGeom>
              <a:rect b="b" l="l" r="r" t="t"/>
              <a:pathLst>
                <a:path extrusionOk="0" h="526" w="2601">
                  <a:moveTo>
                    <a:pt x="346" y="1"/>
                  </a:moveTo>
                  <a:cubicBezTo>
                    <a:pt x="1" y="14"/>
                    <a:pt x="1" y="512"/>
                    <a:pt x="346" y="525"/>
                  </a:cubicBezTo>
                  <a:lnTo>
                    <a:pt x="2338" y="525"/>
                  </a:lnTo>
                  <a:cubicBezTo>
                    <a:pt x="2491" y="525"/>
                    <a:pt x="2600" y="416"/>
                    <a:pt x="2600" y="263"/>
                  </a:cubicBezTo>
                  <a:cubicBezTo>
                    <a:pt x="2600" y="123"/>
                    <a:pt x="2491" y="1"/>
                    <a:pt x="23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46"/>
            <p:cNvSpPr/>
            <p:nvPr/>
          </p:nvSpPr>
          <p:spPr>
            <a:xfrm>
              <a:off x="3371900" y="3341150"/>
              <a:ext cx="37375" cy="13550"/>
            </a:xfrm>
            <a:custGeom>
              <a:rect b="b" l="l" r="r" t="t"/>
              <a:pathLst>
                <a:path extrusionOk="0" h="542" w="1495">
                  <a:moveTo>
                    <a:pt x="346" y="0"/>
                  </a:moveTo>
                  <a:cubicBezTo>
                    <a:pt x="1" y="13"/>
                    <a:pt x="1" y="524"/>
                    <a:pt x="346" y="541"/>
                  </a:cubicBezTo>
                  <a:lnTo>
                    <a:pt x="1203" y="541"/>
                  </a:lnTo>
                  <a:cubicBezTo>
                    <a:pt x="1342" y="541"/>
                    <a:pt x="1452" y="442"/>
                    <a:pt x="1481" y="305"/>
                  </a:cubicBezTo>
                  <a:cubicBezTo>
                    <a:pt x="1495" y="153"/>
                    <a:pt x="1369" y="0"/>
                    <a:pt x="1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46"/>
            <p:cNvSpPr/>
            <p:nvPr/>
          </p:nvSpPr>
          <p:spPr>
            <a:xfrm>
              <a:off x="3371900" y="3285775"/>
              <a:ext cx="65775" cy="13225"/>
            </a:xfrm>
            <a:custGeom>
              <a:rect b="b" l="l" r="r" t="t"/>
              <a:pathLst>
                <a:path extrusionOk="0" h="529" w="2631">
                  <a:moveTo>
                    <a:pt x="346" y="1"/>
                  </a:moveTo>
                  <a:cubicBezTo>
                    <a:pt x="1" y="17"/>
                    <a:pt x="1" y="515"/>
                    <a:pt x="346" y="529"/>
                  </a:cubicBezTo>
                  <a:lnTo>
                    <a:pt x="2325" y="529"/>
                  </a:lnTo>
                  <a:cubicBezTo>
                    <a:pt x="2464" y="529"/>
                    <a:pt x="2587" y="432"/>
                    <a:pt x="2600" y="306"/>
                  </a:cubicBezTo>
                  <a:cubicBezTo>
                    <a:pt x="2630" y="140"/>
                    <a:pt x="2504" y="1"/>
                    <a:pt x="23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46"/>
            <p:cNvSpPr/>
            <p:nvPr/>
          </p:nvSpPr>
          <p:spPr>
            <a:xfrm>
              <a:off x="3454575" y="3313500"/>
              <a:ext cx="65325" cy="13150"/>
            </a:xfrm>
            <a:custGeom>
              <a:rect b="b" l="l" r="r" t="t"/>
              <a:pathLst>
                <a:path extrusionOk="0" h="526" w="2613">
                  <a:moveTo>
                    <a:pt x="359" y="1"/>
                  </a:moveTo>
                  <a:cubicBezTo>
                    <a:pt x="0" y="14"/>
                    <a:pt x="0" y="512"/>
                    <a:pt x="359" y="525"/>
                  </a:cubicBezTo>
                  <a:lnTo>
                    <a:pt x="2337" y="525"/>
                  </a:lnTo>
                  <a:cubicBezTo>
                    <a:pt x="2490" y="525"/>
                    <a:pt x="2613" y="416"/>
                    <a:pt x="2613" y="263"/>
                  </a:cubicBezTo>
                  <a:cubicBezTo>
                    <a:pt x="2613" y="123"/>
                    <a:pt x="2490" y="1"/>
                    <a:pt x="2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46"/>
            <p:cNvSpPr/>
            <p:nvPr/>
          </p:nvSpPr>
          <p:spPr>
            <a:xfrm>
              <a:off x="3454575" y="3285775"/>
              <a:ext cx="65675" cy="13225"/>
            </a:xfrm>
            <a:custGeom>
              <a:rect b="b" l="l" r="r" t="t"/>
              <a:pathLst>
                <a:path extrusionOk="0" h="529" w="2627">
                  <a:moveTo>
                    <a:pt x="359" y="1"/>
                  </a:moveTo>
                  <a:cubicBezTo>
                    <a:pt x="0" y="17"/>
                    <a:pt x="0" y="515"/>
                    <a:pt x="359" y="529"/>
                  </a:cubicBezTo>
                  <a:lnTo>
                    <a:pt x="2337" y="529"/>
                  </a:lnTo>
                  <a:cubicBezTo>
                    <a:pt x="2460" y="529"/>
                    <a:pt x="2586" y="432"/>
                    <a:pt x="2599" y="306"/>
                  </a:cubicBezTo>
                  <a:cubicBezTo>
                    <a:pt x="2626" y="140"/>
                    <a:pt x="2503" y="1"/>
                    <a:pt x="2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46"/>
            <p:cNvSpPr/>
            <p:nvPr/>
          </p:nvSpPr>
          <p:spPr>
            <a:xfrm>
              <a:off x="3484600" y="3341150"/>
              <a:ext cx="37375" cy="13550"/>
            </a:xfrm>
            <a:custGeom>
              <a:rect b="b" l="l" r="r" t="t"/>
              <a:pathLst>
                <a:path extrusionOk="0" h="542" w="1495">
                  <a:moveTo>
                    <a:pt x="293" y="0"/>
                  </a:moveTo>
                  <a:cubicBezTo>
                    <a:pt x="154" y="0"/>
                    <a:pt x="44" y="96"/>
                    <a:pt x="14" y="236"/>
                  </a:cubicBezTo>
                  <a:cubicBezTo>
                    <a:pt x="1" y="402"/>
                    <a:pt x="127" y="541"/>
                    <a:pt x="280" y="541"/>
                  </a:cubicBezTo>
                  <a:lnTo>
                    <a:pt x="1136" y="541"/>
                  </a:lnTo>
                  <a:cubicBezTo>
                    <a:pt x="1495" y="524"/>
                    <a:pt x="1495" y="13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46"/>
            <p:cNvSpPr/>
            <p:nvPr/>
          </p:nvSpPr>
          <p:spPr>
            <a:xfrm>
              <a:off x="3371900" y="3473600"/>
              <a:ext cx="37375" cy="13450"/>
            </a:xfrm>
            <a:custGeom>
              <a:rect b="b" l="l" r="r" t="t"/>
              <a:pathLst>
                <a:path extrusionOk="0" h="538" w="1495">
                  <a:moveTo>
                    <a:pt x="346" y="0"/>
                  </a:moveTo>
                  <a:cubicBezTo>
                    <a:pt x="1" y="13"/>
                    <a:pt x="1" y="525"/>
                    <a:pt x="346" y="538"/>
                  </a:cubicBezTo>
                  <a:lnTo>
                    <a:pt x="1203" y="538"/>
                  </a:lnTo>
                  <a:cubicBezTo>
                    <a:pt x="1342" y="538"/>
                    <a:pt x="1452" y="442"/>
                    <a:pt x="1481" y="305"/>
                  </a:cubicBezTo>
                  <a:cubicBezTo>
                    <a:pt x="1495" y="153"/>
                    <a:pt x="1369" y="0"/>
                    <a:pt x="1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46"/>
            <p:cNvSpPr/>
            <p:nvPr/>
          </p:nvSpPr>
          <p:spPr>
            <a:xfrm>
              <a:off x="3484600" y="3473600"/>
              <a:ext cx="37375" cy="13450"/>
            </a:xfrm>
            <a:custGeom>
              <a:rect b="b" l="l" r="r" t="t"/>
              <a:pathLst>
                <a:path extrusionOk="0" h="538" w="1495">
                  <a:moveTo>
                    <a:pt x="293" y="0"/>
                  </a:moveTo>
                  <a:cubicBezTo>
                    <a:pt x="154" y="0"/>
                    <a:pt x="44" y="96"/>
                    <a:pt x="14" y="236"/>
                  </a:cubicBezTo>
                  <a:cubicBezTo>
                    <a:pt x="1" y="402"/>
                    <a:pt x="127" y="538"/>
                    <a:pt x="280" y="538"/>
                  </a:cubicBezTo>
                  <a:lnTo>
                    <a:pt x="1136" y="538"/>
                  </a:lnTo>
                  <a:cubicBezTo>
                    <a:pt x="1495" y="525"/>
                    <a:pt x="1495" y="13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8" name="Google Shape;1058;p46"/>
          <p:cNvGrpSpPr/>
          <p:nvPr/>
        </p:nvGrpSpPr>
        <p:grpSpPr>
          <a:xfrm>
            <a:off x="5072759" y="1134313"/>
            <a:ext cx="338875" cy="339300"/>
            <a:chOff x="6183209" y="1168263"/>
            <a:chExt cx="338875" cy="339300"/>
          </a:xfrm>
        </p:grpSpPr>
        <p:sp>
          <p:nvSpPr>
            <p:cNvPr id="1059" name="Google Shape;1059;p46"/>
            <p:cNvSpPr/>
            <p:nvPr/>
          </p:nvSpPr>
          <p:spPr>
            <a:xfrm>
              <a:off x="6183209" y="1168263"/>
              <a:ext cx="338875" cy="339300"/>
            </a:xfrm>
            <a:custGeom>
              <a:rect b="b" l="l" r="r" t="t"/>
              <a:pathLst>
                <a:path extrusionOk="0" h="13572" w="13555">
                  <a:moveTo>
                    <a:pt x="8370" y="2975"/>
                  </a:moveTo>
                  <a:lnTo>
                    <a:pt x="8370" y="3500"/>
                  </a:lnTo>
                  <a:lnTo>
                    <a:pt x="7842" y="3500"/>
                  </a:lnTo>
                  <a:lnTo>
                    <a:pt x="7842" y="2975"/>
                  </a:lnTo>
                  <a:close/>
                  <a:moveTo>
                    <a:pt x="4662" y="5259"/>
                  </a:moveTo>
                  <a:lnTo>
                    <a:pt x="4662" y="7317"/>
                  </a:lnTo>
                  <a:lnTo>
                    <a:pt x="3596" y="7317"/>
                  </a:lnTo>
                  <a:lnTo>
                    <a:pt x="3596" y="5259"/>
                  </a:lnTo>
                  <a:close/>
                  <a:moveTo>
                    <a:pt x="7304" y="542"/>
                  </a:moveTo>
                  <a:lnTo>
                    <a:pt x="7304" y="7317"/>
                  </a:lnTo>
                  <a:lnTo>
                    <a:pt x="6252" y="7317"/>
                  </a:lnTo>
                  <a:lnTo>
                    <a:pt x="6252" y="542"/>
                  </a:lnTo>
                  <a:close/>
                  <a:moveTo>
                    <a:pt x="8370" y="4027"/>
                  </a:moveTo>
                  <a:lnTo>
                    <a:pt x="8370" y="7317"/>
                  </a:lnTo>
                  <a:lnTo>
                    <a:pt x="7842" y="7317"/>
                  </a:lnTo>
                  <a:lnTo>
                    <a:pt x="7842" y="4027"/>
                  </a:lnTo>
                  <a:close/>
                  <a:moveTo>
                    <a:pt x="9960" y="2451"/>
                  </a:moveTo>
                  <a:lnTo>
                    <a:pt x="9960" y="7317"/>
                  </a:lnTo>
                  <a:lnTo>
                    <a:pt x="8894" y="7317"/>
                  </a:lnTo>
                  <a:lnTo>
                    <a:pt x="8894" y="2451"/>
                  </a:lnTo>
                  <a:close/>
                  <a:moveTo>
                    <a:pt x="11440" y="4027"/>
                  </a:moveTo>
                  <a:lnTo>
                    <a:pt x="11440" y="10653"/>
                  </a:lnTo>
                  <a:lnTo>
                    <a:pt x="2115" y="10653"/>
                  </a:lnTo>
                  <a:lnTo>
                    <a:pt x="2115" y="4027"/>
                  </a:lnTo>
                  <a:lnTo>
                    <a:pt x="5727" y="4027"/>
                  </a:lnTo>
                  <a:lnTo>
                    <a:pt x="5727" y="7317"/>
                  </a:lnTo>
                  <a:lnTo>
                    <a:pt x="5186" y="7317"/>
                  </a:lnTo>
                  <a:lnTo>
                    <a:pt x="5186" y="4980"/>
                  </a:lnTo>
                  <a:cubicBezTo>
                    <a:pt x="5186" y="4844"/>
                    <a:pt x="5077" y="4718"/>
                    <a:pt x="4924" y="4718"/>
                  </a:cubicBezTo>
                  <a:lnTo>
                    <a:pt x="3334" y="4718"/>
                  </a:lnTo>
                  <a:cubicBezTo>
                    <a:pt x="3194" y="4718"/>
                    <a:pt x="3071" y="4844"/>
                    <a:pt x="3071" y="4980"/>
                  </a:cubicBezTo>
                  <a:lnTo>
                    <a:pt x="3071" y="7317"/>
                  </a:lnTo>
                  <a:lnTo>
                    <a:pt x="2932" y="7317"/>
                  </a:lnTo>
                  <a:cubicBezTo>
                    <a:pt x="2587" y="7334"/>
                    <a:pt x="2587" y="7832"/>
                    <a:pt x="2932" y="7845"/>
                  </a:cubicBezTo>
                  <a:lnTo>
                    <a:pt x="10624" y="7845"/>
                  </a:lnTo>
                  <a:cubicBezTo>
                    <a:pt x="10969" y="7832"/>
                    <a:pt x="10969" y="7334"/>
                    <a:pt x="10624" y="7317"/>
                  </a:cubicBezTo>
                  <a:lnTo>
                    <a:pt x="10484" y="7317"/>
                  </a:lnTo>
                  <a:lnTo>
                    <a:pt x="10484" y="4027"/>
                  </a:lnTo>
                  <a:close/>
                  <a:moveTo>
                    <a:pt x="12240" y="2975"/>
                  </a:moveTo>
                  <a:cubicBezTo>
                    <a:pt x="12380" y="2975"/>
                    <a:pt x="12502" y="3085"/>
                    <a:pt x="12502" y="3237"/>
                  </a:cubicBezTo>
                  <a:lnTo>
                    <a:pt x="12502" y="11716"/>
                  </a:lnTo>
                  <a:lnTo>
                    <a:pt x="8370" y="11716"/>
                  </a:lnTo>
                  <a:cubicBezTo>
                    <a:pt x="8217" y="11716"/>
                    <a:pt x="8104" y="11828"/>
                    <a:pt x="8104" y="11981"/>
                  </a:cubicBezTo>
                  <a:lnTo>
                    <a:pt x="5448" y="11981"/>
                  </a:lnTo>
                  <a:cubicBezTo>
                    <a:pt x="5448" y="11828"/>
                    <a:pt x="5339" y="11716"/>
                    <a:pt x="5186" y="11716"/>
                  </a:cubicBezTo>
                  <a:lnTo>
                    <a:pt x="1050" y="11716"/>
                  </a:lnTo>
                  <a:lnTo>
                    <a:pt x="1050" y="3237"/>
                  </a:lnTo>
                  <a:cubicBezTo>
                    <a:pt x="1050" y="3085"/>
                    <a:pt x="1176" y="2975"/>
                    <a:pt x="1329" y="2975"/>
                  </a:cubicBezTo>
                  <a:lnTo>
                    <a:pt x="5727" y="2975"/>
                  </a:lnTo>
                  <a:lnTo>
                    <a:pt x="5727" y="3500"/>
                  </a:lnTo>
                  <a:lnTo>
                    <a:pt x="1853" y="3500"/>
                  </a:lnTo>
                  <a:cubicBezTo>
                    <a:pt x="1701" y="3500"/>
                    <a:pt x="1591" y="3626"/>
                    <a:pt x="1591" y="3765"/>
                  </a:cubicBezTo>
                  <a:lnTo>
                    <a:pt x="1591" y="10915"/>
                  </a:lnTo>
                  <a:cubicBezTo>
                    <a:pt x="1591" y="11068"/>
                    <a:pt x="1701" y="11191"/>
                    <a:pt x="1853" y="11191"/>
                  </a:cubicBezTo>
                  <a:lnTo>
                    <a:pt x="11702" y="11191"/>
                  </a:lnTo>
                  <a:cubicBezTo>
                    <a:pt x="11855" y="11191"/>
                    <a:pt x="11965" y="11068"/>
                    <a:pt x="11965" y="10915"/>
                  </a:cubicBezTo>
                  <a:lnTo>
                    <a:pt x="11965" y="3765"/>
                  </a:lnTo>
                  <a:cubicBezTo>
                    <a:pt x="11965" y="3626"/>
                    <a:pt x="11855" y="3500"/>
                    <a:pt x="11702" y="3500"/>
                  </a:cubicBezTo>
                  <a:lnTo>
                    <a:pt x="10484" y="3500"/>
                  </a:lnTo>
                  <a:lnTo>
                    <a:pt x="10484" y="2975"/>
                  </a:lnTo>
                  <a:close/>
                  <a:moveTo>
                    <a:pt x="13030" y="12243"/>
                  </a:moveTo>
                  <a:lnTo>
                    <a:pt x="13030" y="12768"/>
                  </a:lnTo>
                  <a:cubicBezTo>
                    <a:pt x="13030" y="12921"/>
                    <a:pt x="12904" y="13043"/>
                    <a:pt x="12768" y="13043"/>
                  </a:cubicBezTo>
                  <a:lnTo>
                    <a:pt x="788" y="13043"/>
                  </a:lnTo>
                  <a:cubicBezTo>
                    <a:pt x="652" y="13043"/>
                    <a:pt x="525" y="12921"/>
                    <a:pt x="525" y="12768"/>
                  </a:cubicBezTo>
                  <a:lnTo>
                    <a:pt x="525" y="12243"/>
                  </a:lnTo>
                  <a:lnTo>
                    <a:pt x="4994" y="12243"/>
                  </a:lnTo>
                  <a:cubicBezTo>
                    <a:pt x="5090" y="12409"/>
                    <a:pt x="5256" y="12506"/>
                    <a:pt x="5448" y="12506"/>
                  </a:cubicBezTo>
                  <a:lnTo>
                    <a:pt x="8104" y="12506"/>
                  </a:lnTo>
                  <a:cubicBezTo>
                    <a:pt x="8300" y="12506"/>
                    <a:pt x="8466" y="12409"/>
                    <a:pt x="8562" y="12243"/>
                  </a:cubicBezTo>
                  <a:close/>
                  <a:moveTo>
                    <a:pt x="5989" y="1"/>
                  </a:moveTo>
                  <a:cubicBezTo>
                    <a:pt x="5837" y="1"/>
                    <a:pt x="5727" y="127"/>
                    <a:pt x="5727" y="280"/>
                  </a:cubicBezTo>
                  <a:lnTo>
                    <a:pt x="5727" y="2451"/>
                  </a:lnTo>
                  <a:lnTo>
                    <a:pt x="1329" y="2451"/>
                  </a:lnTo>
                  <a:cubicBezTo>
                    <a:pt x="884" y="2451"/>
                    <a:pt x="525" y="2796"/>
                    <a:pt x="525" y="3237"/>
                  </a:cubicBezTo>
                  <a:lnTo>
                    <a:pt x="525" y="11716"/>
                  </a:lnTo>
                  <a:lnTo>
                    <a:pt x="263" y="11716"/>
                  </a:lnTo>
                  <a:cubicBezTo>
                    <a:pt x="110" y="11716"/>
                    <a:pt x="1" y="11828"/>
                    <a:pt x="1" y="11981"/>
                  </a:cubicBezTo>
                  <a:lnTo>
                    <a:pt x="1" y="12768"/>
                  </a:lnTo>
                  <a:cubicBezTo>
                    <a:pt x="1" y="13209"/>
                    <a:pt x="359" y="13571"/>
                    <a:pt x="788" y="13571"/>
                  </a:cubicBezTo>
                  <a:lnTo>
                    <a:pt x="12768" y="13571"/>
                  </a:lnTo>
                  <a:cubicBezTo>
                    <a:pt x="13210" y="13571"/>
                    <a:pt x="13555" y="13209"/>
                    <a:pt x="13555" y="12768"/>
                  </a:cubicBezTo>
                  <a:lnTo>
                    <a:pt x="13555" y="11981"/>
                  </a:lnTo>
                  <a:cubicBezTo>
                    <a:pt x="13555" y="11828"/>
                    <a:pt x="13445" y="11716"/>
                    <a:pt x="13293" y="11716"/>
                  </a:cubicBezTo>
                  <a:lnTo>
                    <a:pt x="13030" y="11716"/>
                  </a:lnTo>
                  <a:lnTo>
                    <a:pt x="13030" y="3237"/>
                  </a:lnTo>
                  <a:cubicBezTo>
                    <a:pt x="13030" y="2796"/>
                    <a:pt x="12668" y="2451"/>
                    <a:pt x="12240" y="2451"/>
                  </a:cubicBezTo>
                  <a:lnTo>
                    <a:pt x="10484" y="2451"/>
                  </a:lnTo>
                  <a:lnTo>
                    <a:pt x="10484" y="2172"/>
                  </a:lnTo>
                  <a:cubicBezTo>
                    <a:pt x="10484" y="2036"/>
                    <a:pt x="10375" y="1909"/>
                    <a:pt x="10222" y="1909"/>
                  </a:cubicBezTo>
                  <a:lnTo>
                    <a:pt x="8632" y="1909"/>
                  </a:lnTo>
                  <a:cubicBezTo>
                    <a:pt x="8492" y="1909"/>
                    <a:pt x="8370" y="2036"/>
                    <a:pt x="8370" y="2172"/>
                  </a:cubicBezTo>
                  <a:lnTo>
                    <a:pt x="8370" y="2451"/>
                  </a:lnTo>
                  <a:lnTo>
                    <a:pt x="7842" y="2451"/>
                  </a:lnTo>
                  <a:lnTo>
                    <a:pt x="7842" y="280"/>
                  </a:lnTo>
                  <a:cubicBezTo>
                    <a:pt x="7842" y="127"/>
                    <a:pt x="7719" y="1"/>
                    <a:pt x="7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46"/>
            <p:cNvSpPr/>
            <p:nvPr/>
          </p:nvSpPr>
          <p:spPr>
            <a:xfrm>
              <a:off x="6248209" y="1377813"/>
              <a:ext cx="96125" cy="13225"/>
            </a:xfrm>
            <a:custGeom>
              <a:rect b="b" l="l" r="r" t="t"/>
              <a:pathLst>
                <a:path extrusionOk="0" h="529" w="3845">
                  <a:moveTo>
                    <a:pt x="345" y="1"/>
                  </a:moveTo>
                  <a:cubicBezTo>
                    <a:pt x="0" y="1"/>
                    <a:pt x="0" y="512"/>
                    <a:pt x="345" y="528"/>
                  </a:cubicBezTo>
                  <a:lnTo>
                    <a:pt x="3542" y="528"/>
                  </a:lnTo>
                  <a:cubicBezTo>
                    <a:pt x="3678" y="528"/>
                    <a:pt x="3804" y="429"/>
                    <a:pt x="3818" y="306"/>
                  </a:cubicBezTo>
                  <a:cubicBezTo>
                    <a:pt x="3844" y="140"/>
                    <a:pt x="3721" y="1"/>
                    <a:pt x="3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46"/>
            <p:cNvSpPr/>
            <p:nvPr/>
          </p:nvSpPr>
          <p:spPr>
            <a:xfrm>
              <a:off x="6248209" y="1404113"/>
              <a:ext cx="96125" cy="13150"/>
            </a:xfrm>
            <a:custGeom>
              <a:rect b="b" l="l" r="r" t="t"/>
              <a:pathLst>
                <a:path extrusionOk="0" h="526" w="3845">
                  <a:moveTo>
                    <a:pt x="345" y="1"/>
                  </a:moveTo>
                  <a:cubicBezTo>
                    <a:pt x="0" y="14"/>
                    <a:pt x="0" y="512"/>
                    <a:pt x="345" y="525"/>
                  </a:cubicBezTo>
                  <a:lnTo>
                    <a:pt x="3542" y="525"/>
                  </a:lnTo>
                  <a:cubicBezTo>
                    <a:pt x="3678" y="525"/>
                    <a:pt x="3804" y="442"/>
                    <a:pt x="3818" y="306"/>
                  </a:cubicBezTo>
                  <a:cubicBezTo>
                    <a:pt x="3844" y="140"/>
                    <a:pt x="3721" y="1"/>
                    <a:pt x="3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46"/>
            <p:cNvSpPr/>
            <p:nvPr/>
          </p:nvSpPr>
          <p:spPr>
            <a:xfrm>
              <a:off x="6359909" y="1377813"/>
              <a:ext cx="96125" cy="13225"/>
            </a:xfrm>
            <a:custGeom>
              <a:rect b="b" l="l" r="r" t="t"/>
              <a:pathLst>
                <a:path extrusionOk="0" h="529" w="3845">
                  <a:moveTo>
                    <a:pt x="359" y="1"/>
                  </a:moveTo>
                  <a:cubicBezTo>
                    <a:pt x="14" y="1"/>
                    <a:pt x="0" y="512"/>
                    <a:pt x="359" y="528"/>
                  </a:cubicBezTo>
                  <a:lnTo>
                    <a:pt x="3556" y="528"/>
                  </a:lnTo>
                  <a:cubicBezTo>
                    <a:pt x="3692" y="528"/>
                    <a:pt x="3805" y="429"/>
                    <a:pt x="3831" y="306"/>
                  </a:cubicBezTo>
                  <a:cubicBezTo>
                    <a:pt x="3844" y="140"/>
                    <a:pt x="37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46"/>
            <p:cNvSpPr/>
            <p:nvPr/>
          </p:nvSpPr>
          <p:spPr>
            <a:xfrm>
              <a:off x="6359909" y="1404113"/>
              <a:ext cx="96125" cy="13150"/>
            </a:xfrm>
            <a:custGeom>
              <a:rect b="b" l="l" r="r" t="t"/>
              <a:pathLst>
                <a:path extrusionOk="0" h="526" w="3845">
                  <a:moveTo>
                    <a:pt x="359" y="1"/>
                  </a:moveTo>
                  <a:cubicBezTo>
                    <a:pt x="14" y="14"/>
                    <a:pt x="0" y="512"/>
                    <a:pt x="359" y="525"/>
                  </a:cubicBezTo>
                  <a:lnTo>
                    <a:pt x="3556" y="525"/>
                  </a:lnTo>
                  <a:cubicBezTo>
                    <a:pt x="3692" y="525"/>
                    <a:pt x="3805" y="442"/>
                    <a:pt x="3831" y="306"/>
                  </a:cubicBezTo>
                  <a:cubicBezTo>
                    <a:pt x="3844" y="140"/>
                    <a:pt x="37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4" name="Google Shape;1064;p46"/>
          <p:cNvGrpSpPr/>
          <p:nvPr/>
        </p:nvGrpSpPr>
        <p:grpSpPr>
          <a:xfrm>
            <a:off x="1948984" y="1131775"/>
            <a:ext cx="339200" cy="338875"/>
            <a:chOff x="838534" y="1168475"/>
            <a:chExt cx="339200" cy="338875"/>
          </a:xfrm>
        </p:grpSpPr>
        <p:sp>
          <p:nvSpPr>
            <p:cNvPr id="1065" name="Google Shape;1065;p46"/>
            <p:cNvSpPr/>
            <p:nvPr/>
          </p:nvSpPr>
          <p:spPr>
            <a:xfrm>
              <a:off x="838534" y="1168475"/>
              <a:ext cx="339200" cy="338875"/>
            </a:xfrm>
            <a:custGeom>
              <a:rect b="b" l="l" r="r" t="t"/>
              <a:pathLst>
                <a:path extrusionOk="0" h="13555" w="13568">
                  <a:moveTo>
                    <a:pt x="7151" y="525"/>
                  </a:moveTo>
                  <a:lnTo>
                    <a:pt x="7164" y="844"/>
                  </a:lnTo>
                  <a:cubicBezTo>
                    <a:pt x="7164" y="967"/>
                    <a:pt x="7247" y="1066"/>
                    <a:pt x="7357" y="1093"/>
                  </a:cubicBezTo>
                  <a:cubicBezTo>
                    <a:pt x="7536" y="1149"/>
                    <a:pt x="7719" y="1216"/>
                    <a:pt x="7885" y="1315"/>
                  </a:cubicBezTo>
                  <a:cubicBezTo>
                    <a:pt x="7930" y="1337"/>
                    <a:pt x="7977" y="1348"/>
                    <a:pt x="8023" y="1348"/>
                  </a:cubicBezTo>
                  <a:cubicBezTo>
                    <a:pt x="8089" y="1348"/>
                    <a:pt x="8151" y="1326"/>
                    <a:pt x="8200" y="1285"/>
                  </a:cubicBezTo>
                  <a:lnTo>
                    <a:pt x="8436" y="1066"/>
                  </a:lnTo>
                  <a:lnTo>
                    <a:pt x="8947" y="1577"/>
                  </a:lnTo>
                  <a:lnTo>
                    <a:pt x="8741" y="1813"/>
                  </a:lnTo>
                  <a:cubicBezTo>
                    <a:pt x="8658" y="1896"/>
                    <a:pt x="8645" y="2032"/>
                    <a:pt x="8698" y="2129"/>
                  </a:cubicBezTo>
                  <a:cubicBezTo>
                    <a:pt x="8798" y="2294"/>
                    <a:pt x="8864" y="2477"/>
                    <a:pt x="8920" y="2656"/>
                  </a:cubicBezTo>
                  <a:cubicBezTo>
                    <a:pt x="8947" y="2766"/>
                    <a:pt x="9047" y="2849"/>
                    <a:pt x="9169" y="2849"/>
                  </a:cubicBezTo>
                  <a:lnTo>
                    <a:pt x="9488" y="2862"/>
                  </a:lnTo>
                  <a:lnTo>
                    <a:pt x="9488" y="3596"/>
                  </a:lnTo>
                  <a:lnTo>
                    <a:pt x="9169" y="3609"/>
                  </a:lnTo>
                  <a:cubicBezTo>
                    <a:pt x="9047" y="3609"/>
                    <a:pt x="8947" y="3692"/>
                    <a:pt x="8920" y="3805"/>
                  </a:cubicBezTo>
                  <a:cubicBezTo>
                    <a:pt x="8864" y="3984"/>
                    <a:pt x="8798" y="4163"/>
                    <a:pt x="8698" y="4329"/>
                  </a:cubicBezTo>
                  <a:cubicBezTo>
                    <a:pt x="8645" y="4426"/>
                    <a:pt x="8658" y="4565"/>
                    <a:pt x="8741" y="4648"/>
                  </a:cubicBezTo>
                  <a:lnTo>
                    <a:pt x="8947" y="4884"/>
                  </a:lnTo>
                  <a:lnTo>
                    <a:pt x="8436" y="5395"/>
                  </a:lnTo>
                  <a:lnTo>
                    <a:pt x="8200" y="5173"/>
                  </a:lnTo>
                  <a:cubicBezTo>
                    <a:pt x="8152" y="5132"/>
                    <a:pt x="8091" y="5111"/>
                    <a:pt x="8026" y="5111"/>
                  </a:cubicBezTo>
                  <a:cubicBezTo>
                    <a:pt x="7980" y="5111"/>
                    <a:pt x="7931" y="5122"/>
                    <a:pt x="7885" y="5146"/>
                  </a:cubicBezTo>
                  <a:cubicBezTo>
                    <a:pt x="7719" y="5242"/>
                    <a:pt x="7536" y="5312"/>
                    <a:pt x="7357" y="5365"/>
                  </a:cubicBezTo>
                  <a:cubicBezTo>
                    <a:pt x="7247" y="5395"/>
                    <a:pt x="7164" y="5491"/>
                    <a:pt x="7164" y="5601"/>
                  </a:cubicBezTo>
                  <a:lnTo>
                    <a:pt x="7151" y="5933"/>
                  </a:lnTo>
                  <a:lnTo>
                    <a:pt x="6418" y="5933"/>
                  </a:lnTo>
                  <a:lnTo>
                    <a:pt x="6404" y="5601"/>
                  </a:lnTo>
                  <a:cubicBezTo>
                    <a:pt x="6404" y="5491"/>
                    <a:pt x="6321" y="5395"/>
                    <a:pt x="6208" y="5365"/>
                  </a:cubicBezTo>
                  <a:cubicBezTo>
                    <a:pt x="6029" y="5312"/>
                    <a:pt x="5850" y="5242"/>
                    <a:pt x="5684" y="5146"/>
                  </a:cubicBezTo>
                  <a:cubicBezTo>
                    <a:pt x="5643" y="5122"/>
                    <a:pt x="5597" y="5111"/>
                    <a:pt x="5552" y="5111"/>
                  </a:cubicBezTo>
                  <a:cubicBezTo>
                    <a:pt x="5489" y="5111"/>
                    <a:pt x="5426" y="5132"/>
                    <a:pt x="5378" y="5173"/>
                  </a:cubicBezTo>
                  <a:lnTo>
                    <a:pt x="5130" y="5395"/>
                  </a:lnTo>
                  <a:lnTo>
                    <a:pt x="4618" y="4884"/>
                  </a:lnTo>
                  <a:lnTo>
                    <a:pt x="4841" y="4635"/>
                  </a:lnTo>
                  <a:cubicBezTo>
                    <a:pt x="4924" y="4552"/>
                    <a:pt x="4937" y="4426"/>
                    <a:pt x="4867" y="4329"/>
                  </a:cubicBezTo>
                  <a:cubicBezTo>
                    <a:pt x="4771" y="4163"/>
                    <a:pt x="4701" y="3984"/>
                    <a:pt x="4661" y="3805"/>
                  </a:cubicBezTo>
                  <a:cubicBezTo>
                    <a:pt x="4618" y="3692"/>
                    <a:pt x="4522" y="3609"/>
                    <a:pt x="4412" y="3609"/>
                  </a:cubicBezTo>
                  <a:lnTo>
                    <a:pt x="4081" y="3596"/>
                  </a:lnTo>
                  <a:lnTo>
                    <a:pt x="4081" y="2862"/>
                  </a:lnTo>
                  <a:lnTo>
                    <a:pt x="4412" y="2849"/>
                  </a:lnTo>
                  <a:cubicBezTo>
                    <a:pt x="4522" y="2849"/>
                    <a:pt x="4618" y="2766"/>
                    <a:pt x="4661" y="2656"/>
                  </a:cubicBezTo>
                  <a:cubicBezTo>
                    <a:pt x="4701" y="2477"/>
                    <a:pt x="4771" y="2294"/>
                    <a:pt x="4867" y="2129"/>
                  </a:cubicBezTo>
                  <a:cubicBezTo>
                    <a:pt x="4937" y="2032"/>
                    <a:pt x="4924" y="1896"/>
                    <a:pt x="4841" y="1813"/>
                  </a:cubicBezTo>
                  <a:lnTo>
                    <a:pt x="4618" y="1577"/>
                  </a:lnTo>
                  <a:lnTo>
                    <a:pt x="5130" y="1066"/>
                  </a:lnTo>
                  <a:lnTo>
                    <a:pt x="5378" y="1285"/>
                  </a:lnTo>
                  <a:cubicBezTo>
                    <a:pt x="5427" y="1326"/>
                    <a:pt x="5491" y="1348"/>
                    <a:pt x="5555" y="1348"/>
                  </a:cubicBezTo>
                  <a:cubicBezTo>
                    <a:pt x="5599" y="1348"/>
                    <a:pt x="5644" y="1337"/>
                    <a:pt x="5684" y="1315"/>
                  </a:cubicBezTo>
                  <a:cubicBezTo>
                    <a:pt x="5850" y="1216"/>
                    <a:pt x="6029" y="1149"/>
                    <a:pt x="6208" y="1093"/>
                  </a:cubicBezTo>
                  <a:cubicBezTo>
                    <a:pt x="6321" y="1066"/>
                    <a:pt x="6404" y="967"/>
                    <a:pt x="6404" y="857"/>
                  </a:cubicBezTo>
                  <a:lnTo>
                    <a:pt x="6418" y="525"/>
                  </a:lnTo>
                  <a:close/>
                  <a:moveTo>
                    <a:pt x="11453" y="4024"/>
                  </a:moveTo>
                  <a:lnTo>
                    <a:pt x="11453" y="10650"/>
                  </a:lnTo>
                  <a:lnTo>
                    <a:pt x="2129" y="10650"/>
                  </a:lnTo>
                  <a:lnTo>
                    <a:pt x="2129" y="4024"/>
                  </a:lnTo>
                  <a:lnTo>
                    <a:pt x="3622" y="4024"/>
                  </a:lnTo>
                  <a:cubicBezTo>
                    <a:pt x="3666" y="4080"/>
                    <a:pt x="3735" y="4107"/>
                    <a:pt x="3802" y="4107"/>
                  </a:cubicBezTo>
                  <a:lnTo>
                    <a:pt x="4203" y="4120"/>
                  </a:lnTo>
                  <a:cubicBezTo>
                    <a:pt x="4233" y="4233"/>
                    <a:pt x="4273" y="4329"/>
                    <a:pt x="4329" y="4426"/>
                  </a:cubicBezTo>
                  <a:lnTo>
                    <a:pt x="4051" y="4718"/>
                  </a:lnTo>
                  <a:cubicBezTo>
                    <a:pt x="3954" y="4814"/>
                    <a:pt x="3968" y="4980"/>
                    <a:pt x="4067" y="5076"/>
                  </a:cubicBezTo>
                  <a:lnTo>
                    <a:pt x="4937" y="5946"/>
                  </a:lnTo>
                  <a:cubicBezTo>
                    <a:pt x="4987" y="6005"/>
                    <a:pt x="5056" y="6033"/>
                    <a:pt x="5126" y="6033"/>
                  </a:cubicBezTo>
                  <a:cubicBezTo>
                    <a:pt x="5191" y="6033"/>
                    <a:pt x="5258" y="6009"/>
                    <a:pt x="5312" y="5963"/>
                  </a:cubicBezTo>
                  <a:lnTo>
                    <a:pt x="5588" y="5697"/>
                  </a:lnTo>
                  <a:cubicBezTo>
                    <a:pt x="5684" y="5740"/>
                    <a:pt x="5780" y="5780"/>
                    <a:pt x="5893" y="5810"/>
                  </a:cubicBezTo>
                  <a:lnTo>
                    <a:pt x="5906" y="6212"/>
                  </a:lnTo>
                  <a:cubicBezTo>
                    <a:pt x="5906" y="6348"/>
                    <a:pt x="6029" y="6461"/>
                    <a:pt x="6169" y="6461"/>
                  </a:cubicBezTo>
                  <a:lnTo>
                    <a:pt x="7400" y="6461"/>
                  </a:lnTo>
                  <a:cubicBezTo>
                    <a:pt x="7553" y="6461"/>
                    <a:pt x="7662" y="6348"/>
                    <a:pt x="7676" y="6212"/>
                  </a:cubicBezTo>
                  <a:lnTo>
                    <a:pt x="7689" y="5810"/>
                  </a:lnTo>
                  <a:cubicBezTo>
                    <a:pt x="7785" y="5780"/>
                    <a:pt x="7885" y="5740"/>
                    <a:pt x="7981" y="5697"/>
                  </a:cubicBezTo>
                  <a:lnTo>
                    <a:pt x="8270" y="5963"/>
                  </a:lnTo>
                  <a:cubicBezTo>
                    <a:pt x="8316" y="6009"/>
                    <a:pt x="8378" y="6033"/>
                    <a:pt x="8442" y="6033"/>
                  </a:cubicBezTo>
                  <a:cubicBezTo>
                    <a:pt x="8510" y="6033"/>
                    <a:pt x="8580" y="6005"/>
                    <a:pt x="8632" y="5946"/>
                  </a:cubicBezTo>
                  <a:lnTo>
                    <a:pt x="9501" y="5076"/>
                  </a:lnTo>
                  <a:cubicBezTo>
                    <a:pt x="9611" y="4980"/>
                    <a:pt x="9611" y="4814"/>
                    <a:pt x="9515" y="4718"/>
                  </a:cubicBezTo>
                  <a:lnTo>
                    <a:pt x="9252" y="4426"/>
                  </a:lnTo>
                  <a:cubicBezTo>
                    <a:pt x="9296" y="4329"/>
                    <a:pt x="9335" y="4233"/>
                    <a:pt x="9379" y="4120"/>
                  </a:cubicBezTo>
                  <a:lnTo>
                    <a:pt x="9764" y="4107"/>
                  </a:lnTo>
                  <a:cubicBezTo>
                    <a:pt x="9833" y="4107"/>
                    <a:pt x="9903" y="4080"/>
                    <a:pt x="9943" y="4024"/>
                  </a:cubicBezTo>
                  <a:close/>
                  <a:moveTo>
                    <a:pt x="12240" y="2958"/>
                  </a:moveTo>
                  <a:cubicBezTo>
                    <a:pt x="12393" y="2958"/>
                    <a:pt x="12502" y="3085"/>
                    <a:pt x="12502" y="3224"/>
                  </a:cubicBezTo>
                  <a:lnTo>
                    <a:pt x="12502" y="11702"/>
                  </a:lnTo>
                  <a:lnTo>
                    <a:pt x="8383" y="11702"/>
                  </a:lnTo>
                  <a:cubicBezTo>
                    <a:pt x="8230" y="11702"/>
                    <a:pt x="8104" y="11825"/>
                    <a:pt x="8104" y="11964"/>
                  </a:cubicBezTo>
                  <a:lnTo>
                    <a:pt x="5461" y="11964"/>
                  </a:lnTo>
                  <a:cubicBezTo>
                    <a:pt x="5461" y="11825"/>
                    <a:pt x="5339" y="11702"/>
                    <a:pt x="5199" y="11702"/>
                  </a:cubicBezTo>
                  <a:lnTo>
                    <a:pt x="1063" y="11702"/>
                  </a:lnTo>
                  <a:lnTo>
                    <a:pt x="1063" y="3224"/>
                  </a:lnTo>
                  <a:cubicBezTo>
                    <a:pt x="1063" y="3085"/>
                    <a:pt x="1189" y="2958"/>
                    <a:pt x="1329" y="2958"/>
                  </a:cubicBezTo>
                  <a:lnTo>
                    <a:pt x="3553" y="2958"/>
                  </a:lnTo>
                  <a:lnTo>
                    <a:pt x="3553" y="3500"/>
                  </a:lnTo>
                  <a:lnTo>
                    <a:pt x="1866" y="3500"/>
                  </a:lnTo>
                  <a:cubicBezTo>
                    <a:pt x="1714" y="3500"/>
                    <a:pt x="1591" y="3609"/>
                    <a:pt x="1591" y="3762"/>
                  </a:cubicBezTo>
                  <a:lnTo>
                    <a:pt x="1591" y="10912"/>
                  </a:lnTo>
                  <a:cubicBezTo>
                    <a:pt x="1591" y="11052"/>
                    <a:pt x="1714" y="11174"/>
                    <a:pt x="1866" y="11174"/>
                  </a:cubicBezTo>
                  <a:lnTo>
                    <a:pt x="11716" y="11174"/>
                  </a:lnTo>
                  <a:cubicBezTo>
                    <a:pt x="11852" y="11174"/>
                    <a:pt x="11978" y="11052"/>
                    <a:pt x="11978" y="10912"/>
                  </a:cubicBezTo>
                  <a:lnTo>
                    <a:pt x="11978" y="3762"/>
                  </a:lnTo>
                  <a:cubicBezTo>
                    <a:pt x="11978" y="3609"/>
                    <a:pt x="11852" y="3500"/>
                    <a:pt x="11716" y="3500"/>
                  </a:cubicBezTo>
                  <a:lnTo>
                    <a:pt x="10013" y="3500"/>
                  </a:lnTo>
                  <a:lnTo>
                    <a:pt x="10013" y="2958"/>
                  </a:lnTo>
                  <a:close/>
                  <a:moveTo>
                    <a:pt x="13043" y="12240"/>
                  </a:moveTo>
                  <a:lnTo>
                    <a:pt x="13043" y="12768"/>
                  </a:lnTo>
                  <a:cubicBezTo>
                    <a:pt x="13043" y="12904"/>
                    <a:pt x="12917" y="13030"/>
                    <a:pt x="12765" y="13030"/>
                  </a:cubicBezTo>
                  <a:lnTo>
                    <a:pt x="801" y="13030"/>
                  </a:lnTo>
                  <a:cubicBezTo>
                    <a:pt x="648" y="13030"/>
                    <a:pt x="539" y="12904"/>
                    <a:pt x="539" y="12768"/>
                  </a:cubicBezTo>
                  <a:lnTo>
                    <a:pt x="539" y="12240"/>
                  </a:lnTo>
                  <a:lnTo>
                    <a:pt x="5007" y="12240"/>
                  </a:lnTo>
                  <a:cubicBezTo>
                    <a:pt x="5090" y="12393"/>
                    <a:pt x="5269" y="12502"/>
                    <a:pt x="5461" y="12502"/>
                  </a:cubicBezTo>
                  <a:lnTo>
                    <a:pt x="8104" y="12502"/>
                  </a:lnTo>
                  <a:cubicBezTo>
                    <a:pt x="8313" y="12502"/>
                    <a:pt x="8479" y="12393"/>
                    <a:pt x="8575" y="12240"/>
                  </a:cubicBezTo>
                  <a:close/>
                  <a:moveTo>
                    <a:pt x="6169" y="1"/>
                  </a:moveTo>
                  <a:cubicBezTo>
                    <a:pt x="6029" y="1"/>
                    <a:pt x="5906" y="110"/>
                    <a:pt x="5906" y="250"/>
                  </a:cubicBezTo>
                  <a:lnTo>
                    <a:pt x="5893" y="651"/>
                  </a:lnTo>
                  <a:cubicBezTo>
                    <a:pt x="5780" y="678"/>
                    <a:pt x="5684" y="718"/>
                    <a:pt x="5588" y="761"/>
                  </a:cubicBezTo>
                  <a:lnTo>
                    <a:pt x="5312" y="499"/>
                  </a:lnTo>
                  <a:cubicBezTo>
                    <a:pt x="5257" y="452"/>
                    <a:pt x="5190" y="428"/>
                    <a:pt x="5125" y="428"/>
                  </a:cubicBezTo>
                  <a:cubicBezTo>
                    <a:pt x="5055" y="428"/>
                    <a:pt x="4987" y="455"/>
                    <a:pt x="4937" y="512"/>
                  </a:cubicBezTo>
                  <a:lnTo>
                    <a:pt x="4067" y="1382"/>
                  </a:lnTo>
                  <a:cubicBezTo>
                    <a:pt x="3968" y="1481"/>
                    <a:pt x="3954" y="1647"/>
                    <a:pt x="4051" y="1743"/>
                  </a:cubicBezTo>
                  <a:lnTo>
                    <a:pt x="4329" y="2032"/>
                  </a:lnTo>
                  <a:cubicBezTo>
                    <a:pt x="4273" y="2129"/>
                    <a:pt x="4233" y="2228"/>
                    <a:pt x="4203" y="2324"/>
                  </a:cubicBezTo>
                  <a:lnTo>
                    <a:pt x="3802" y="2351"/>
                  </a:lnTo>
                  <a:cubicBezTo>
                    <a:pt x="3735" y="2351"/>
                    <a:pt x="3666" y="2377"/>
                    <a:pt x="3622" y="2434"/>
                  </a:cubicBezTo>
                  <a:lnTo>
                    <a:pt x="1329" y="2434"/>
                  </a:lnTo>
                  <a:cubicBezTo>
                    <a:pt x="884" y="2434"/>
                    <a:pt x="539" y="2792"/>
                    <a:pt x="539" y="3224"/>
                  </a:cubicBezTo>
                  <a:lnTo>
                    <a:pt x="539" y="11702"/>
                  </a:lnTo>
                  <a:lnTo>
                    <a:pt x="276" y="11702"/>
                  </a:lnTo>
                  <a:cubicBezTo>
                    <a:pt x="124" y="11702"/>
                    <a:pt x="1" y="11825"/>
                    <a:pt x="1" y="11964"/>
                  </a:cubicBezTo>
                  <a:lnTo>
                    <a:pt x="1" y="12768"/>
                  </a:lnTo>
                  <a:cubicBezTo>
                    <a:pt x="1" y="13209"/>
                    <a:pt x="359" y="13555"/>
                    <a:pt x="801" y="13555"/>
                  </a:cubicBezTo>
                  <a:lnTo>
                    <a:pt x="13306" y="13555"/>
                  </a:lnTo>
                  <a:cubicBezTo>
                    <a:pt x="13445" y="13555"/>
                    <a:pt x="13568" y="13445"/>
                    <a:pt x="13568" y="13292"/>
                  </a:cubicBezTo>
                  <a:lnTo>
                    <a:pt x="13568" y="11798"/>
                  </a:lnTo>
                  <a:cubicBezTo>
                    <a:pt x="13568" y="11742"/>
                    <a:pt x="13528" y="11702"/>
                    <a:pt x="13485" y="11702"/>
                  </a:cubicBezTo>
                  <a:lnTo>
                    <a:pt x="13043" y="11702"/>
                  </a:lnTo>
                  <a:lnTo>
                    <a:pt x="13043" y="3224"/>
                  </a:lnTo>
                  <a:cubicBezTo>
                    <a:pt x="13043" y="2792"/>
                    <a:pt x="12682" y="2434"/>
                    <a:pt x="12240" y="2434"/>
                  </a:cubicBezTo>
                  <a:lnTo>
                    <a:pt x="9943" y="2434"/>
                  </a:lnTo>
                  <a:cubicBezTo>
                    <a:pt x="9903" y="2377"/>
                    <a:pt x="9833" y="2351"/>
                    <a:pt x="9764" y="2351"/>
                  </a:cubicBezTo>
                  <a:lnTo>
                    <a:pt x="9379" y="2324"/>
                  </a:lnTo>
                  <a:cubicBezTo>
                    <a:pt x="9335" y="2228"/>
                    <a:pt x="9296" y="2129"/>
                    <a:pt x="9252" y="2032"/>
                  </a:cubicBezTo>
                  <a:lnTo>
                    <a:pt x="9515" y="1743"/>
                  </a:lnTo>
                  <a:cubicBezTo>
                    <a:pt x="9611" y="1647"/>
                    <a:pt x="9611" y="1481"/>
                    <a:pt x="9515" y="1382"/>
                  </a:cubicBezTo>
                  <a:lnTo>
                    <a:pt x="8632" y="512"/>
                  </a:lnTo>
                  <a:cubicBezTo>
                    <a:pt x="8580" y="455"/>
                    <a:pt x="8511" y="428"/>
                    <a:pt x="8443" y="428"/>
                  </a:cubicBezTo>
                  <a:cubicBezTo>
                    <a:pt x="8379" y="428"/>
                    <a:pt x="8316" y="452"/>
                    <a:pt x="8270" y="499"/>
                  </a:cubicBezTo>
                  <a:lnTo>
                    <a:pt x="7981" y="761"/>
                  </a:lnTo>
                  <a:cubicBezTo>
                    <a:pt x="7885" y="718"/>
                    <a:pt x="7785" y="678"/>
                    <a:pt x="7689" y="651"/>
                  </a:cubicBezTo>
                  <a:lnTo>
                    <a:pt x="7676" y="250"/>
                  </a:lnTo>
                  <a:cubicBezTo>
                    <a:pt x="7662" y="110"/>
                    <a:pt x="7553" y="1"/>
                    <a:pt x="7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46"/>
            <p:cNvSpPr/>
            <p:nvPr/>
          </p:nvSpPr>
          <p:spPr>
            <a:xfrm>
              <a:off x="968509" y="1209925"/>
              <a:ext cx="79600" cy="79250"/>
            </a:xfrm>
            <a:custGeom>
              <a:rect b="b" l="l" r="r" t="t"/>
              <a:pathLst>
                <a:path extrusionOk="0" h="3170" w="3184">
                  <a:moveTo>
                    <a:pt x="1590" y="527"/>
                  </a:moveTo>
                  <a:cubicBezTo>
                    <a:pt x="2171" y="527"/>
                    <a:pt x="2643" y="998"/>
                    <a:pt x="2643" y="1579"/>
                  </a:cubicBezTo>
                  <a:cubicBezTo>
                    <a:pt x="2614" y="2285"/>
                    <a:pt x="2099" y="2637"/>
                    <a:pt x="1584" y="2637"/>
                  </a:cubicBezTo>
                  <a:cubicBezTo>
                    <a:pt x="1069" y="2637"/>
                    <a:pt x="555" y="2285"/>
                    <a:pt x="528" y="1579"/>
                  </a:cubicBezTo>
                  <a:cubicBezTo>
                    <a:pt x="528" y="998"/>
                    <a:pt x="996" y="527"/>
                    <a:pt x="1590" y="527"/>
                  </a:cubicBezTo>
                  <a:close/>
                  <a:moveTo>
                    <a:pt x="1592" y="1"/>
                  </a:moveTo>
                  <a:cubicBezTo>
                    <a:pt x="817" y="1"/>
                    <a:pt x="42" y="527"/>
                    <a:pt x="0" y="1579"/>
                  </a:cubicBezTo>
                  <a:cubicBezTo>
                    <a:pt x="0" y="2462"/>
                    <a:pt x="707" y="3169"/>
                    <a:pt x="1590" y="3169"/>
                  </a:cubicBezTo>
                  <a:cubicBezTo>
                    <a:pt x="2463" y="3169"/>
                    <a:pt x="3184" y="2462"/>
                    <a:pt x="3184" y="1579"/>
                  </a:cubicBezTo>
                  <a:cubicBezTo>
                    <a:pt x="3142" y="527"/>
                    <a:pt x="2367" y="1"/>
                    <a:pt x="15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46"/>
            <p:cNvSpPr/>
            <p:nvPr/>
          </p:nvSpPr>
          <p:spPr>
            <a:xfrm>
              <a:off x="909084" y="1332375"/>
              <a:ext cx="198375" cy="92325"/>
            </a:xfrm>
            <a:custGeom>
              <a:rect b="b" l="l" r="r" t="t"/>
              <a:pathLst>
                <a:path extrusionOk="0" h="3693" w="7935">
                  <a:moveTo>
                    <a:pt x="7138" y="525"/>
                  </a:moveTo>
                  <a:cubicBezTo>
                    <a:pt x="7274" y="525"/>
                    <a:pt x="7400" y="651"/>
                    <a:pt x="7400" y="788"/>
                  </a:cubicBezTo>
                  <a:cubicBezTo>
                    <a:pt x="7393" y="966"/>
                    <a:pt x="7268" y="1053"/>
                    <a:pt x="7142" y="1053"/>
                  </a:cubicBezTo>
                  <a:cubicBezTo>
                    <a:pt x="7012" y="1053"/>
                    <a:pt x="6880" y="962"/>
                    <a:pt x="6872" y="788"/>
                  </a:cubicBezTo>
                  <a:cubicBezTo>
                    <a:pt x="6872" y="651"/>
                    <a:pt x="6985" y="525"/>
                    <a:pt x="7138" y="525"/>
                  </a:cubicBezTo>
                  <a:close/>
                  <a:moveTo>
                    <a:pt x="3041" y="788"/>
                  </a:moveTo>
                  <a:cubicBezTo>
                    <a:pt x="3181" y="788"/>
                    <a:pt x="3303" y="914"/>
                    <a:pt x="3303" y="1050"/>
                  </a:cubicBezTo>
                  <a:cubicBezTo>
                    <a:pt x="3297" y="1231"/>
                    <a:pt x="3169" y="1321"/>
                    <a:pt x="3041" y="1321"/>
                  </a:cubicBezTo>
                  <a:cubicBezTo>
                    <a:pt x="2913" y="1321"/>
                    <a:pt x="2786" y="1231"/>
                    <a:pt x="2779" y="1050"/>
                  </a:cubicBezTo>
                  <a:cubicBezTo>
                    <a:pt x="2779" y="914"/>
                    <a:pt x="2888" y="788"/>
                    <a:pt x="3041" y="788"/>
                  </a:cubicBezTo>
                  <a:close/>
                  <a:moveTo>
                    <a:pt x="800" y="1797"/>
                  </a:moveTo>
                  <a:cubicBezTo>
                    <a:pt x="940" y="1797"/>
                    <a:pt x="1063" y="1910"/>
                    <a:pt x="1063" y="2062"/>
                  </a:cubicBezTo>
                  <a:cubicBezTo>
                    <a:pt x="1056" y="2235"/>
                    <a:pt x="928" y="2321"/>
                    <a:pt x="800" y="2321"/>
                  </a:cubicBezTo>
                  <a:cubicBezTo>
                    <a:pt x="673" y="2321"/>
                    <a:pt x="545" y="2235"/>
                    <a:pt x="538" y="2062"/>
                  </a:cubicBezTo>
                  <a:cubicBezTo>
                    <a:pt x="538" y="1910"/>
                    <a:pt x="648" y="1797"/>
                    <a:pt x="800" y="1797"/>
                  </a:cubicBezTo>
                  <a:close/>
                  <a:moveTo>
                    <a:pt x="5020" y="2643"/>
                  </a:moveTo>
                  <a:cubicBezTo>
                    <a:pt x="5159" y="2643"/>
                    <a:pt x="5282" y="2753"/>
                    <a:pt x="5282" y="2905"/>
                  </a:cubicBezTo>
                  <a:cubicBezTo>
                    <a:pt x="5282" y="3042"/>
                    <a:pt x="5159" y="3168"/>
                    <a:pt x="5020" y="3168"/>
                  </a:cubicBezTo>
                  <a:cubicBezTo>
                    <a:pt x="4674" y="3154"/>
                    <a:pt x="4674" y="2656"/>
                    <a:pt x="5020" y="2643"/>
                  </a:cubicBezTo>
                  <a:close/>
                  <a:moveTo>
                    <a:pt x="7120" y="1"/>
                  </a:moveTo>
                  <a:cubicBezTo>
                    <a:pt x="6548" y="1"/>
                    <a:pt x="6158" y="627"/>
                    <a:pt x="6417" y="1133"/>
                  </a:cubicBezTo>
                  <a:lnTo>
                    <a:pt x="5365" y="2185"/>
                  </a:lnTo>
                  <a:cubicBezTo>
                    <a:pt x="5262" y="2137"/>
                    <a:pt x="5141" y="2113"/>
                    <a:pt x="5020" y="2113"/>
                  </a:cubicBezTo>
                  <a:cubicBezTo>
                    <a:pt x="4898" y="2113"/>
                    <a:pt x="4777" y="2137"/>
                    <a:pt x="4674" y="2185"/>
                  </a:cubicBezTo>
                  <a:lnTo>
                    <a:pt x="3775" y="1368"/>
                  </a:lnTo>
                  <a:cubicBezTo>
                    <a:pt x="3995" y="863"/>
                    <a:pt x="3604" y="263"/>
                    <a:pt x="3059" y="263"/>
                  </a:cubicBezTo>
                  <a:cubicBezTo>
                    <a:pt x="3053" y="263"/>
                    <a:pt x="3047" y="263"/>
                    <a:pt x="3041" y="263"/>
                  </a:cubicBezTo>
                  <a:cubicBezTo>
                    <a:pt x="2600" y="263"/>
                    <a:pt x="2225" y="635"/>
                    <a:pt x="2254" y="1093"/>
                  </a:cubicBezTo>
                  <a:lnTo>
                    <a:pt x="1312" y="1465"/>
                  </a:lnTo>
                  <a:cubicBezTo>
                    <a:pt x="1161" y="1331"/>
                    <a:pt x="980" y="1270"/>
                    <a:pt x="803" y="1270"/>
                  </a:cubicBezTo>
                  <a:cubicBezTo>
                    <a:pt x="395" y="1270"/>
                    <a:pt x="0" y="1588"/>
                    <a:pt x="0" y="2062"/>
                  </a:cubicBezTo>
                  <a:cubicBezTo>
                    <a:pt x="0" y="2504"/>
                    <a:pt x="359" y="2849"/>
                    <a:pt x="800" y="2849"/>
                  </a:cubicBezTo>
                  <a:cubicBezTo>
                    <a:pt x="807" y="2849"/>
                    <a:pt x="814" y="2849"/>
                    <a:pt x="821" y="2849"/>
                  </a:cubicBezTo>
                  <a:cubicBezTo>
                    <a:pt x="1296" y="2849"/>
                    <a:pt x="1659" y="2401"/>
                    <a:pt x="1577" y="1923"/>
                  </a:cubicBezTo>
                  <a:lnTo>
                    <a:pt x="2447" y="1578"/>
                  </a:lnTo>
                  <a:cubicBezTo>
                    <a:pt x="2590" y="1754"/>
                    <a:pt x="2822" y="1852"/>
                    <a:pt x="3051" y="1852"/>
                  </a:cubicBezTo>
                  <a:cubicBezTo>
                    <a:pt x="3180" y="1852"/>
                    <a:pt x="3307" y="1821"/>
                    <a:pt x="3416" y="1757"/>
                  </a:cubicBezTo>
                  <a:lnTo>
                    <a:pt x="4299" y="2574"/>
                  </a:lnTo>
                  <a:cubicBezTo>
                    <a:pt x="4053" y="3079"/>
                    <a:pt x="4444" y="3692"/>
                    <a:pt x="5002" y="3692"/>
                  </a:cubicBezTo>
                  <a:cubicBezTo>
                    <a:pt x="5008" y="3692"/>
                    <a:pt x="5014" y="3692"/>
                    <a:pt x="5020" y="3692"/>
                  </a:cubicBezTo>
                  <a:cubicBezTo>
                    <a:pt x="5025" y="3692"/>
                    <a:pt x="5031" y="3692"/>
                    <a:pt x="5037" y="3692"/>
                  </a:cubicBezTo>
                  <a:cubicBezTo>
                    <a:pt x="5595" y="3692"/>
                    <a:pt x="5986" y="3066"/>
                    <a:pt x="5740" y="2560"/>
                  </a:cubicBezTo>
                  <a:lnTo>
                    <a:pt x="6789" y="1508"/>
                  </a:lnTo>
                  <a:cubicBezTo>
                    <a:pt x="6897" y="1560"/>
                    <a:pt x="7011" y="1585"/>
                    <a:pt x="7123" y="1585"/>
                  </a:cubicBezTo>
                  <a:cubicBezTo>
                    <a:pt x="7542" y="1585"/>
                    <a:pt x="7935" y="1246"/>
                    <a:pt x="7924" y="788"/>
                  </a:cubicBezTo>
                  <a:cubicBezTo>
                    <a:pt x="7924" y="359"/>
                    <a:pt x="7566" y="1"/>
                    <a:pt x="7138" y="1"/>
                  </a:cubicBezTo>
                  <a:cubicBezTo>
                    <a:pt x="7132" y="1"/>
                    <a:pt x="7126" y="1"/>
                    <a:pt x="7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Takeaways</a:t>
            </a:r>
            <a:endParaRPr/>
          </a:p>
        </p:txBody>
      </p:sp>
      <p:sp>
        <p:nvSpPr>
          <p:cNvPr id="1073" name="Google Shape;1073;p47"/>
          <p:cNvSpPr txBox="1"/>
          <p:nvPr>
            <p:ph idx="1" type="subTitle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further research and development: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Enhances risk segmentation beyond traditional demographic groupings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Improves pricing precision and underwriting decisions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Supports earlier identification of high-risk policyholders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Can complement GLMs and existing actuarial frameworks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Requires careful validation, interpretability, and governance</a:t>
            </a:r>
            <a:endParaRPr/>
          </a:p>
        </p:txBody>
      </p:sp>
      <p:sp>
        <p:nvSpPr>
          <p:cNvPr id="1074" name="Google Shape;1074;p47"/>
          <p:cNvSpPr txBox="1"/>
          <p:nvPr>
            <p:ph idx="2" type="subTitle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Random Forest significantly improved mortality prediction (98.2% accuracy, 0.99 AUC)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Mortality risk is driven by interactions between variables, not just individual effects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Further testing of these models is encouraged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48"/>
          <p:cNvSpPr txBox="1"/>
          <p:nvPr>
            <p:ph type="title"/>
          </p:nvPr>
        </p:nvSpPr>
        <p:spPr>
          <a:xfrm>
            <a:off x="1768550" y="1120950"/>
            <a:ext cx="5607000" cy="290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future is not traditional methods or machine learning.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It is traditional actuarial</a:t>
            </a:r>
            <a:r>
              <a:rPr lang="en" sz="2500"/>
              <a:t> </a:t>
            </a:r>
            <a:r>
              <a:rPr lang="en" sz="2500"/>
              <a:t>expertise with machine learning assistance.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49"/>
          <p:cNvSpPr txBox="1"/>
          <p:nvPr>
            <p:ph type="title"/>
          </p:nvPr>
        </p:nvSpPr>
        <p:spPr>
          <a:xfrm>
            <a:off x="1768550" y="1636650"/>
            <a:ext cx="5607000" cy="187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50"/>
          <p:cNvSpPr txBox="1"/>
          <p:nvPr>
            <p:ph type="title"/>
          </p:nvPr>
        </p:nvSpPr>
        <p:spPr>
          <a:xfrm>
            <a:off x="1768500" y="2104200"/>
            <a:ext cx="5607000" cy="93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1090" name="Google Shape;1090;p50"/>
          <p:cNvSpPr txBox="1"/>
          <p:nvPr/>
        </p:nvSpPr>
        <p:spPr>
          <a:xfrm>
            <a:off x="2142150" y="3332850"/>
            <a:ext cx="48597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Feel Free to reach out with any questions via email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  <a:hlinkClick r:id="rId3"/>
              </a:rPr>
              <a:t>ashish58906@g.ucla.edu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Analytics Strategy Toolkit by Slidesgo">
  <a:themeElements>
    <a:clrScheme name="Simple Light">
      <a:dk1>
        <a:srgbClr val="202331"/>
      </a:dk1>
      <a:lt1>
        <a:srgbClr val="F8F4F4"/>
      </a:lt1>
      <a:dk2>
        <a:srgbClr val="1BBBE9"/>
      </a:dk2>
      <a:lt2>
        <a:srgbClr val="2C7EC7"/>
      </a:lt2>
      <a:accent1>
        <a:srgbClr val="0B53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23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